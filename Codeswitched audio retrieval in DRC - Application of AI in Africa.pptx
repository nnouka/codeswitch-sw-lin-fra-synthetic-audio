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12192000"/>
  <p:notesSz cx="6858000" cy="9144000"/>
  <p:embeddedFontLst>
    <p:embeddedFont>
      <p:font typeface="Tahoma"/>
      <p:regular r:id="rId16"/>
      <p:bold r:id="rId17"/>
    </p:embeddedFont>
    <p:embeddedFont>
      <p:font typeface="Helvetica Neue Light"/>
      <p:regular r:id="rId18"/>
      <p:bold r:id="rId19"/>
      <p:italic r:id="rId20"/>
      <p:boldItalic r:id="rId21"/>
    </p:embeddedFont>
    <p:embeddedFont>
      <p:font typeface="Open Sans Light"/>
      <p:regular r:id="rId22"/>
      <p:bold r:id="rId23"/>
      <p:italic r:id="rId24"/>
      <p:boldItalic r:id="rId25"/>
    </p:embeddedFont>
    <p:embeddedFont>
      <p:font typeface="Open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Athanase Bahizire"/>
  <p:cmAuthor clrIdx="1" id="1" initials="" lastIdx="6" name="Stephen N'nouka 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A3A7422-4487-4A3D-A676-3A3D116283A2}">
  <a:tblStyle styleId="{9A3A7422-4487-4A3D-A676-3A3D116283A2}" styleName="Table_0">
    <a:wholeTbl>
      <a:tcTxStyle>
        <a:font>
          <a:latin typeface="Arial"/>
          <a:ea typeface="Arial"/>
          <a:cs typeface="Arial"/>
        </a:font>
        <a:srgbClr val="000000"/>
      </a:tcTxStyle>
      <a:tcStyle>
        <a:tcBdr>
          <a:left>
            <a:ln cap="flat" cmpd="sng">
              <a:solidFill>
                <a:srgbClr val="1F1F1F"/>
              </a:solidFill>
              <a:prstDash val="solid"/>
              <a:round/>
              <a:headEnd len="sm" w="sm" type="none"/>
              <a:tailEnd len="sm" w="sm" type="none"/>
            </a:ln>
          </a:left>
          <a:right>
            <a:ln cap="flat" cmpd="sng">
              <a:solidFill>
                <a:srgbClr val="1F1F1F"/>
              </a:solidFill>
              <a:prstDash val="solid"/>
              <a:round/>
              <a:headEnd len="sm" w="sm" type="none"/>
              <a:tailEnd len="sm" w="sm" type="none"/>
            </a:ln>
          </a:right>
          <a:top>
            <a:ln cap="flat" cmpd="sng">
              <a:solidFill>
                <a:srgbClr val="1F1F1F"/>
              </a:solidFill>
              <a:prstDash val="solid"/>
              <a:round/>
              <a:headEnd len="sm" w="sm" type="none"/>
              <a:tailEnd len="sm" w="sm" type="none"/>
            </a:ln>
          </a:top>
          <a:bottom>
            <a:ln cap="flat" cmpd="sng">
              <a:solidFill>
                <a:srgbClr val="1F1F1F"/>
              </a:solidFill>
              <a:prstDash val="solid"/>
              <a:round/>
              <a:headEnd len="sm" w="sm" type="none"/>
              <a:tailEnd len="sm" w="sm" type="none"/>
            </a:ln>
          </a:bottom>
          <a:insideH>
            <a:ln cap="flat" cmpd="sng">
              <a:solidFill>
                <a:srgbClr val="1F1F1F"/>
              </a:solidFill>
              <a:prstDash val="solid"/>
              <a:round/>
              <a:headEnd len="sm" w="sm" type="none"/>
              <a:tailEnd len="sm" w="sm" type="none"/>
            </a:ln>
          </a:insideH>
          <a:insideV>
            <a:ln cap="flat" cmpd="sng">
              <a:solidFill>
                <a:srgbClr val="1F1F1F"/>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HelveticaNeueLight-italic.fntdata"/><Relationship Id="rId22" Type="http://schemas.openxmlformats.org/officeDocument/2006/relationships/font" Target="fonts/OpenSansLight-regular.fntdata"/><Relationship Id="rId21" Type="http://schemas.openxmlformats.org/officeDocument/2006/relationships/font" Target="fonts/HelveticaNeueLight-boldItalic.fntdata"/><Relationship Id="rId24" Type="http://schemas.openxmlformats.org/officeDocument/2006/relationships/font" Target="fonts/OpenSansLight-italic.fntdata"/><Relationship Id="rId23" Type="http://schemas.openxmlformats.org/officeDocument/2006/relationships/font" Target="fonts/OpenSansLight-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OpenSans-regular.fntdata"/><Relationship Id="rId25" Type="http://schemas.openxmlformats.org/officeDocument/2006/relationships/font" Target="fonts/OpenSansLight-boldItalic.fntdata"/><Relationship Id="rId28" Type="http://schemas.openxmlformats.org/officeDocument/2006/relationships/font" Target="fonts/OpenSans-italic.fntdata"/><Relationship Id="rId27" Type="http://schemas.openxmlformats.org/officeDocument/2006/relationships/font" Target="fonts/OpenSan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OpenSans-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Tahoma-bold.fntdata"/><Relationship Id="rId16" Type="http://schemas.openxmlformats.org/officeDocument/2006/relationships/font" Target="fonts/Tahoma-regular.fntdata"/><Relationship Id="rId19" Type="http://schemas.openxmlformats.org/officeDocument/2006/relationships/font" Target="fonts/HelveticaNeueLight-bold.fntdata"/><Relationship Id="rId18" Type="http://schemas.openxmlformats.org/officeDocument/2006/relationships/font" Target="fonts/HelveticaNeueLight-regular.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06T09:14:18.238">
    <p:pos x="1253" y="1132"/>
    <p:text>Comment from Prof.
We can consider using another language, let's say English Swahili, and compare.
Look at existing literature, on audio retrieval, ... and applied on sentiment analysis.</p:text>
  </p:cm>
  <p:cm authorId="1" idx="1" dt="2026-03-06T09:13:38.740">
    <p:pos x="1253" y="1132"/>
    <p:text>_Marked as resolved_</p:text>
  </p:cm>
  <p:cm authorId="1" idx="2" dt="2026-03-06T09:14:18.238">
    <p:pos x="1253" y="1132"/>
    <p:text>_Re-opened_</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3-13T09:44:43.459">
    <p:pos x="607" y="296"/>
    <p:text>Simplify the problem statement not too complex. Text prompt and retriaval of audio that are in this context. 
First state te issue in simple text then we can give long detailed explanation</p:text>
  </p:cm>
  <p:cm authorId="1" idx="3" dt="2026-03-13T09:44:43.459">
    <p:pos x="607" y="296"/>
    <p:text>Where do we retrieve the audio from?</p:text>
  </p:cm>
  <p:cm authorId="0" idx="3" dt="2026-03-13T10:12:56.734">
    <p:pos x="598" y="1147"/>
    <p:text>Current Multimodel multilingual might fail on these tasks, due to the type of the problem, so we need to do baseline test, then analyse where current system fails. [Do a good error analysis]
then determine where our experiment will improve. 
We can try to see how normal ASR fail on these tasks.</p:text>
  </p:cm>
  <p:cm authorId="1" idx="4" dt="2026-03-13T10:12:56.734">
    <p:pos x="598" y="1147"/>
    <p:text>Ok I’ll search for such audio and see if we can start the experiments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3-13T09:49:27.974">
    <p:pos x="719" y="389"/>
    <p:text>We don't need this, as our tool can be applied to many use cases.</p:text>
  </p:cm>
  <p:cm authorId="1" idx="5" dt="2026-03-13T09:47:29.108">
    <p:pos x="719" y="389"/>
    <p:text>Can we at least think about one use case?</p:text>
  </p:cm>
  <p:cm authorId="0" idx="5" dt="2026-03-13T09:48:12.985">
    <p:pos x="719" y="389"/>
    <p:text>That is what the prof didn't want. We focus on the model retrieval</p:text>
  </p:cm>
  <p:cm authorId="1" idx="6" dt="2026-03-13T09:49:27.974">
    <p:pos x="719" y="389"/>
    <p:text>But retrieve from where? We at least need some audio files to test, we can’t skip that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Comment from Prof.</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can consider using another language, let's say English Swahili, and compare.</a:t>
            </a:r>
            <a:endParaRPr/>
          </a:p>
          <a:p>
            <a:pPr indent="0" lvl="0" marL="0" rtl="0" algn="l">
              <a:spcBef>
                <a:spcPts val="0"/>
              </a:spcBef>
              <a:spcAft>
                <a:spcPts val="0"/>
              </a:spcAft>
              <a:buNone/>
            </a:pPr>
            <a:r>
              <a:rPr lang="en-US"/>
              <a:t>Look at existing literature, on audio retrieval, ... and applied on sentiment analysis.</a:t>
            </a:r>
            <a:endParaRPr/>
          </a:p>
        </p:txBody>
      </p:sp>
      <p:sp>
        <p:nvSpPr>
          <p:cNvPr id="129" name="Google Shape;12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cd80cdcb31_2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cd80cdcb31_2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cd80cdcb31_2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5ccc0b8c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95ccc0b8c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95ccc0b8c4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cd80cdcb31_2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cd80cdcb31_2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g3cd80cdcb31_2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d80cdcb31_2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cd80cdcb31_2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cd80cdcb31_2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cd80cdcb31_2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cd80cdcb31_2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g3cd80cdcb31_2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cfc59e82f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cfc59e82f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g3cfc59e82f6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cfc59e82f6_0_73:notes"/>
          <p:cNvSpPr txBox="1"/>
          <p:nvPr>
            <p:ph idx="1" type="body"/>
          </p:nvPr>
        </p:nvSpPr>
        <p:spPr>
          <a:xfrm>
            <a:off x="2286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20" name="Shape 20"/>
        <p:cNvGrpSpPr/>
        <p:nvPr/>
      </p:nvGrpSpPr>
      <p:grpSpPr>
        <a:xfrm>
          <a:off x="0" y="0"/>
          <a:ext cx="0" cy="0"/>
          <a:chOff x="0" y="0"/>
          <a:chExt cx="0" cy="0"/>
        </a:xfrm>
      </p:grpSpPr>
      <p:sp>
        <p:nvSpPr>
          <p:cNvPr id="21" name="Google Shape;21;p2"/>
          <p:cNvSpPr/>
          <p:nvPr/>
        </p:nvSpPr>
        <p:spPr>
          <a:xfrm>
            <a:off x="0" y="0"/>
            <a:ext cx="12192000" cy="6858000"/>
          </a:xfrm>
          <a:prstGeom prst="rect">
            <a:avLst/>
          </a:prstGeom>
          <a:solidFill>
            <a:srgbClr val="BB0027"/>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200" u="none" cap="none" strike="noStrike">
              <a:solidFill>
                <a:schemeClr val="dk1"/>
              </a:solidFill>
              <a:latin typeface="Open Sans"/>
              <a:ea typeface="Open Sans"/>
              <a:cs typeface="Open Sans"/>
              <a:sym typeface="Open Sans"/>
            </a:endParaRPr>
          </a:p>
        </p:txBody>
      </p:sp>
      <p:pic>
        <p:nvPicPr>
          <p:cNvPr id="22" name="Google Shape;22;p2"/>
          <p:cNvPicPr preferRelativeResize="0"/>
          <p:nvPr/>
        </p:nvPicPr>
        <p:blipFill rotWithShape="1">
          <a:blip r:embed="rId2">
            <a:alphaModFix/>
          </a:blip>
          <a:srcRect b="0" l="0" r="0" t="0"/>
          <a:stretch/>
        </p:blipFill>
        <p:spPr>
          <a:xfrm>
            <a:off x="2946400" y="1193800"/>
            <a:ext cx="4571996" cy="408517"/>
          </a:xfrm>
          <a:prstGeom prst="rect">
            <a:avLst/>
          </a:prstGeom>
          <a:noFill/>
          <a:ln>
            <a:noFill/>
          </a:ln>
        </p:spPr>
      </p:pic>
      <p:pic>
        <p:nvPicPr>
          <p:cNvPr descr="_Plaid-Digital_FINAL-NEW.png" id="23" name="Google Shape;23;p2"/>
          <p:cNvPicPr preferRelativeResize="0"/>
          <p:nvPr/>
        </p:nvPicPr>
        <p:blipFill rotWithShape="1">
          <a:blip r:embed="rId3">
            <a:alphaModFix/>
          </a:blip>
          <a:srcRect b="1990" l="84737" r="4771" t="23988"/>
          <a:stretch/>
        </p:blipFill>
        <p:spPr>
          <a:xfrm>
            <a:off x="609600" y="0"/>
            <a:ext cx="1054101" cy="6858001"/>
          </a:xfrm>
          <a:prstGeom prst="rect">
            <a:avLst/>
          </a:prstGeom>
          <a:noFill/>
          <a:ln>
            <a:noFill/>
          </a:ln>
        </p:spPr>
      </p:pic>
      <p:sp>
        <p:nvSpPr>
          <p:cNvPr id="24" name="Google Shape;24;p2"/>
          <p:cNvSpPr/>
          <p:nvPr/>
        </p:nvSpPr>
        <p:spPr>
          <a:xfrm>
            <a:off x="0" y="0"/>
            <a:ext cx="12192000" cy="6858000"/>
          </a:xfrm>
          <a:prstGeom prst="rect">
            <a:avLst/>
          </a:prstGeom>
          <a:solidFill>
            <a:srgbClr val="BB0027"/>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200" u="none" cap="none" strike="noStrike">
              <a:solidFill>
                <a:schemeClr val="dk1"/>
              </a:solidFill>
              <a:latin typeface="Open Sans"/>
              <a:ea typeface="Open Sans"/>
              <a:cs typeface="Open Sans"/>
              <a:sym typeface="Open Sans"/>
            </a:endParaRPr>
          </a:p>
        </p:txBody>
      </p:sp>
      <p:pic>
        <p:nvPicPr>
          <p:cNvPr id="25" name="Google Shape;25;p2"/>
          <p:cNvPicPr preferRelativeResize="0"/>
          <p:nvPr/>
        </p:nvPicPr>
        <p:blipFill rotWithShape="1">
          <a:blip r:embed="rId2">
            <a:alphaModFix/>
          </a:blip>
          <a:srcRect b="0" l="0" r="0" t="0"/>
          <a:stretch/>
        </p:blipFill>
        <p:spPr>
          <a:xfrm>
            <a:off x="2946400" y="1193800"/>
            <a:ext cx="4571996" cy="408517"/>
          </a:xfrm>
          <a:prstGeom prst="rect">
            <a:avLst/>
          </a:prstGeom>
          <a:noFill/>
          <a:ln>
            <a:noFill/>
          </a:ln>
        </p:spPr>
      </p:pic>
      <p:pic>
        <p:nvPicPr>
          <p:cNvPr descr="_Plaid-Digital_FINAL-NEW.png" id="26" name="Google Shape;26;p2"/>
          <p:cNvPicPr preferRelativeResize="0"/>
          <p:nvPr/>
        </p:nvPicPr>
        <p:blipFill rotWithShape="1">
          <a:blip r:embed="rId3">
            <a:alphaModFix/>
          </a:blip>
          <a:srcRect b="1990" l="84737" r="4771" t="23988"/>
          <a:stretch/>
        </p:blipFill>
        <p:spPr>
          <a:xfrm>
            <a:off x="609600" y="0"/>
            <a:ext cx="1054101" cy="685800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 name="Shape 27"/>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8" name="Shape 28"/>
        <p:cNvGrpSpPr/>
        <p:nvPr/>
      </p:nvGrpSpPr>
      <p:grpSpPr>
        <a:xfrm>
          <a:off x="0" y="0"/>
          <a:ext cx="0" cy="0"/>
          <a:chOff x="0" y="0"/>
          <a:chExt cx="0" cy="0"/>
        </a:xfrm>
      </p:grpSpPr>
      <p:sp>
        <p:nvSpPr>
          <p:cNvPr id="29" name="Google Shape;29;p4"/>
          <p:cNvSpPr txBox="1"/>
          <p:nvPr>
            <p:ph type="title"/>
          </p:nvPr>
        </p:nvSpPr>
        <p:spPr>
          <a:xfrm>
            <a:off x="609600" y="482600"/>
            <a:ext cx="10972800" cy="812700"/>
          </a:xfrm>
          <a:prstGeom prst="rect">
            <a:avLst/>
          </a:prstGeom>
          <a:noFill/>
          <a:ln>
            <a:noFill/>
          </a:ln>
        </p:spPr>
        <p:txBody>
          <a:bodyPr anchorCtr="0" anchor="t" bIns="60925" lIns="121900" spcFirstLastPara="1" rIns="121900" wrap="square" tIns="60925">
            <a:noAutofit/>
          </a:bodyPr>
          <a:lstStyle>
            <a:lvl1pPr lvl="0" algn="l">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p:cSld name="1 Column">
    <p:spTree>
      <p:nvGrpSpPr>
        <p:cNvPr id="30" name="Shape 30"/>
        <p:cNvGrpSpPr/>
        <p:nvPr/>
      </p:nvGrpSpPr>
      <p:grpSpPr>
        <a:xfrm>
          <a:off x="0" y="0"/>
          <a:ext cx="0" cy="0"/>
          <a:chOff x="0" y="0"/>
          <a:chExt cx="0" cy="0"/>
        </a:xfrm>
      </p:grpSpPr>
      <p:sp>
        <p:nvSpPr>
          <p:cNvPr id="31" name="Google Shape;31;p5"/>
          <p:cNvSpPr txBox="1"/>
          <p:nvPr>
            <p:ph type="title"/>
          </p:nvPr>
        </p:nvSpPr>
        <p:spPr>
          <a:xfrm>
            <a:off x="609600" y="482600"/>
            <a:ext cx="10972800" cy="812700"/>
          </a:xfrm>
          <a:prstGeom prst="rect">
            <a:avLst/>
          </a:prstGeom>
          <a:noFill/>
          <a:ln>
            <a:noFill/>
          </a:ln>
        </p:spPr>
        <p:txBody>
          <a:bodyPr anchorCtr="0" anchor="t" bIns="60925" lIns="121900" spcFirstLastPara="1" rIns="121900" wrap="square" tIns="60925">
            <a:noAutofit/>
          </a:bodyPr>
          <a:lstStyle>
            <a:lvl1pPr lvl="0" algn="l">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32" name="Google Shape;32;p5"/>
          <p:cNvSpPr txBox="1"/>
          <p:nvPr>
            <p:ph idx="1" type="body"/>
          </p:nvPr>
        </p:nvSpPr>
        <p:spPr>
          <a:xfrm>
            <a:off x="609600" y="1600200"/>
            <a:ext cx="10972800" cy="4572000"/>
          </a:xfrm>
          <a:prstGeom prst="rect">
            <a:avLst/>
          </a:prstGeom>
          <a:noFill/>
          <a:ln>
            <a:noFill/>
          </a:ln>
        </p:spPr>
        <p:txBody>
          <a:bodyPr anchorCtr="0" anchor="t" bIns="60925" lIns="121900" spcFirstLastPara="1" rIns="121900" wrap="square" tIns="60925">
            <a:noAutofit/>
          </a:bodyPr>
          <a:lstStyle>
            <a:lvl1pPr indent="-228600" lvl="0" marL="457200" algn="l">
              <a:spcBef>
                <a:spcPts val="800"/>
              </a:spcBef>
              <a:spcAft>
                <a:spcPts val="0"/>
              </a:spcAft>
              <a:buSzPts val="1900"/>
              <a:buNone/>
              <a:defRPr/>
            </a:lvl1pPr>
            <a:lvl2pPr indent="-393700" lvl="1" marL="914400" algn="l">
              <a:spcBef>
                <a:spcPts val="800"/>
              </a:spcBef>
              <a:spcAft>
                <a:spcPts val="0"/>
              </a:spcAft>
              <a:buClr>
                <a:schemeClr val="dk1"/>
              </a:buClr>
              <a:buSzPts val="2600"/>
              <a:buChar char="•"/>
              <a:defRPr/>
            </a:lvl2pPr>
            <a:lvl3pPr indent="-393700" lvl="2" marL="1371600" algn="l">
              <a:spcBef>
                <a:spcPts val="800"/>
              </a:spcBef>
              <a:spcAft>
                <a:spcPts val="0"/>
              </a:spcAft>
              <a:buClr>
                <a:schemeClr val="dk1"/>
              </a:buClr>
              <a:buSzPts val="2600"/>
              <a:buChar char="–"/>
              <a:defRPr/>
            </a:lvl3pPr>
            <a:lvl4pPr indent="-393700" lvl="3" marL="1828800" algn="l">
              <a:spcBef>
                <a:spcPts val="800"/>
              </a:spcBef>
              <a:spcAft>
                <a:spcPts val="0"/>
              </a:spcAft>
              <a:buClr>
                <a:schemeClr val="dk1"/>
              </a:buClr>
              <a:buSzPts val="2600"/>
              <a:buChar char="•"/>
              <a:defRPr/>
            </a:lvl4pPr>
            <a:lvl5pPr indent="-393700" lvl="4" marL="2286000" algn="l">
              <a:spcBef>
                <a:spcPts val="800"/>
              </a:spcBef>
              <a:spcAft>
                <a:spcPts val="0"/>
              </a:spcAft>
              <a:buClr>
                <a:schemeClr val="dk1"/>
              </a:buClr>
              <a:buSzPts val="2600"/>
              <a:buChar char="–"/>
              <a:defRPr/>
            </a:lvl5pPr>
            <a:lvl6pPr indent="-381000" lvl="5" marL="2743200" algn="l">
              <a:spcBef>
                <a:spcPts val="500"/>
              </a:spcBef>
              <a:spcAft>
                <a:spcPts val="0"/>
              </a:spcAft>
              <a:buClr>
                <a:schemeClr val="dk1"/>
              </a:buClr>
              <a:buSzPts val="2400"/>
              <a:buChar char="»"/>
              <a:defRPr/>
            </a:lvl6pPr>
            <a:lvl7pPr indent="-381000" lvl="6" marL="3200400" algn="l">
              <a:spcBef>
                <a:spcPts val="500"/>
              </a:spcBef>
              <a:spcAft>
                <a:spcPts val="0"/>
              </a:spcAft>
              <a:buClr>
                <a:schemeClr val="dk1"/>
              </a:buClr>
              <a:buSzPts val="2400"/>
              <a:buChar char="»"/>
              <a:defRPr/>
            </a:lvl7pPr>
            <a:lvl8pPr indent="-381000" lvl="7" marL="3657600" algn="l">
              <a:spcBef>
                <a:spcPts val="500"/>
              </a:spcBef>
              <a:spcAft>
                <a:spcPts val="0"/>
              </a:spcAft>
              <a:buClr>
                <a:schemeClr val="dk1"/>
              </a:buClr>
              <a:buSzPts val="2400"/>
              <a:buChar char="»"/>
              <a:defRPr/>
            </a:lvl8pPr>
            <a:lvl9pPr indent="-381000" lvl="8" marL="4114800" algn="l">
              <a:spcBef>
                <a:spcPts val="500"/>
              </a:spcBef>
              <a:spcAft>
                <a:spcPts val="0"/>
              </a:spcAft>
              <a:buClr>
                <a:schemeClr val="dk1"/>
              </a:buClr>
              <a:buSzPts val="2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p:cSld name="2 Column">
    <p:spTree>
      <p:nvGrpSpPr>
        <p:cNvPr id="33" name="Shape 33"/>
        <p:cNvGrpSpPr/>
        <p:nvPr/>
      </p:nvGrpSpPr>
      <p:grpSpPr>
        <a:xfrm>
          <a:off x="0" y="0"/>
          <a:ext cx="0" cy="0"/>
          <a:chOff x="0" y="0"/>
          <a:chExt cx="0" cy="0"/>
        </a:xfrm>
      </p:grpSpPr>
      <p:sp>
        <p:nvSpPr>
          <p:cNvPr id="34" name="Google Shape;34;p6"/>
          <p:cNvSpPr txBox="1"/>
          <p:nvPr>
            <p:ph type="title"/>
          </p:nvPr>
        </p:nvSpPr>
        <p:spPr>
          <a:xfrm>
            <a:off x="609600" y="482600"/>
            <a:ext cx="10972800" cy="812700"/>
          </a:xfrm>
          <a:prstGeom prst="rect">
            <a:avLst/>
          </a:prstGeom>
          <a:noFill/>
          <a:ln>
            <a:noFill/>
          </a:ln>
        </p:spPr>
        <p:txBody>
          <a:bodyPr anchorCtr="0" anchor="t" bIns="60925" lIns="121900" spcFirstLastPara="1" rIns="121900" wrap="square" tIns="60925">
            <a:noAutofit/>
          </a:bodyPr>
          <a:lstStyle>
            <a:lvl1pPr lvl="0" algn="l">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35" name="Google Shape;35;p6"/>
          <p:cNvSpPr txBox="1"/>
          <p:nvPr>
            <p:ph idx="1" type="body"/>
          </p:nvPr>
        </p:nvSpPr>
        <p:spPr>
          <a:xfrm>
            <a:off x="609600" y="1600200"/>
            <a:ext cx="5283300" cy="4572000"/>
          </a:xfrm>
          <a:prstGeom prst="rect">
            <a:avLst/>
          </a:prstGeom>
          <a:noFill/>
          <a:ln>
            <a:noFill/>
          </a:ln>
        </p:spPr>
        <p:txBody>
          <a:bodyPr anchorCtr="0" anchor="t" bIns="60925" lIns="121900" spcFirstLastPara="1" rIns="121900" wrap="square" tIns="60925">
            <a:noAutofit/>
          </a:bodyPr>
          <a:lstStyle>
            <a:lvl1pPr indent="-228600" lvl="0" marL="457200" algn="l">
              <a:spcBef>
                <a:spcPts val="800"/>
              </a:spcBef>
              <a:spcAft>
                <a:spcPts val="0"/>
              </a:spcAft>
              <a:buSzPts val="1900"/>
              <a:buNone/>
              <a:defRPr/>
            </a:lvl1pPr>
            <a:lvl2pPr indent="-393700" lvl="1" marL="914400" algn="l">
              <a:spcBef>
                <a:spcPts val="800"/>
              </a:spcBef>
              <a:spcAft>
                <a:spcPts val="0"/>
              </a:spcAft>
              <a:buClr>
                <a:schemeClr val="dk1"/>
              </a:buClr>
              <a:buSzPts val="2600"/>
              <a:buChar char="•"/>
              <a:defRPr/>
            </a:lvl2pPr>
            <a:lvl3pPr indent="-393700" lvl="2" marL="1371600" algn="l">
              <a:spcBef>
                <a:spcPts val="800"/>
              </a:spcBef>
              <a:spcAft>
                <a:spcPts val="0"/>
              </a:spcAft>
              <a:buClr>
                <a:schemeClr val="dk1"/>
              </a:buClr>
              <a:buSzPts val="2600"/>
              <a:buChar char="–"/>
              <a:defRPr/>
            </a:lvl3pPr>
            <a:lvl4pPr indent="-393700" lvl="3" marL="1828800" algn="l">
              <a:spcBef>
                <a:spcPts val="800"/>
              </a:spcBef>
              <a:spcAft>
                <a:spcPts val="0"/>
              </a:spcAft>
              <a:buClr>
                <a:schemeClr val="dk1"/>
              </a:buClr>
              <a:buSzPts val="2600"/>
              <a:buChar char="•"/>
              <a:defRPr/>
            </a:lvl4pPr>
            <a:lvl5pPr indent="-393700" lvl="4" marL="2286000" algn="l">
              <a:spcBef>
                <a:spcPts val="800"/>
              </a:spcBef>
              <a:spcAft>
                <a:spcPts val="0"/>
              </a:spcAft>
              <a:buClr>
                <a:schemeClr val="dk1"/>
              </a:buClr>
              <a:buSzPts val="2600"/>
              <a:buChar char="–"/>
              <a:defRPr/>
            </a:lvl5pPr>
            <a:lvl6pPr indent="-381000" lvl="5" marL="2743200" algn="l">
              <a:spcBef>
                <a:spcPts val="500"/>
              </a:spcBef>
              <a:spcAft>
                <a:spcPts val="0"/>
              </a:spcAft>
              <a:buClr>
                <a:schemeClr val="dk1"/>
              </a:buClr>
              <a:buSzPts val="2400"/>
              <a:buChar char="»"/>
              <a:defRPr/>
            </a:lvl6pPr>
            <a:lvl7pPr indent="-381000" lvl="6" marL="3200400" algn="l">
              <a:spcBef>
                <a:spcPts val="500"/>
              </a:spcBef>
              <a:spcAft>
                <a:spcPts val="0"/>
              </a:spcAft>
              <a:buClr>
                <a:schemeClr val="dk1"/>
              </a:buClr>
              <a:buSzPts val="2400"/>
              <a:buChar char="»"/>
              <a:defRPr/>
            </a:lvl7pPr>
            <a:lvl8pPr indent="-381000" lvl="7" marL="3657600" algn="l">
              <a:spcBef>
                <a:spcPts val="500"/>
              </a:spcBef>
              <a:spcAft>
                <a:spcPts val="0"/>
              </a:spcAft>
              <a:buClr>
                <a:schemeClr val="dk1"/>
              </a:buClr>
              <a:buSzPts val="2400"/>
              <a:buChar char="»"/>
              <a:defRPr/>
            </a:lvl8pPr>
            <a:lvl9pPr indent="-381000" lvl="8" marL="4114800" algn="l">
              <a:spcBef>
                <a:spcPts val="500"/>
              </a:spcBef>
              <a:spcAft>
                <a:spcPts val="0"/>
              </a:spcAft>
              <a:buClr>
                <a:schemeClr val="dk1"/>
              </a:buClr>
              <a:buSzPts val="2400"/>
              <a:buChar char="»"/>
              <a:defRPr/>
            </a:lvl9pPr>
          </a:lstStyle>
          <a:p/>
        </p:txBody>
      </p:sp>
      <p:sp>
        <p:nvSpPr>
          <p:cNvPr id="36" name="Google Shape;36;p6"/>
          <p:cNvSpPr txBox="1"/>
          <p:nvPr>
            <p:ph idx="2" type="body"/>
          </p:nvPr>
        </p:nvSpPr>
        <p:spPr>
          <a:xfrm>
            <a:off x="6303264" y="1616400"/>
            <a:ext cx="5279100" cy="4572000"/>
          </a:xfrm>
          <a:prstGeom prst="rect">
            <a:avLst/>
          </a:prstGeom>
          <a:noFill/>
          <a:ln>
            <a:noFill/>
          </a:ln>
        </p:spPr>
        <p:txBody>
          <a:bodyPr anchorCtr="0" anchor="t" bIns="60925" lIns="121900" spcFirstLastPara="1" rIns="121900" wrap="square" tIns="60925">
            <a:noAutofit/>
          </a:bodyPr>
          <a:lstStyle>
            <a:lvl1pPr indent="-228600" lvl="0" marL="457200" algn="l">
              <a:spcBef>
                <a:spcPts val="800"/>
              </a:spcBef>
              <a:spcAft>
                <a:spcPts val="0"/>
              </a:spcAft>
              <a:buSzPts val="1900"/>
              <a:buNone/>
              <a:defRPr/>
            </a:lvl1pPr>
            <a:lvl2pPr indent="-393700" lvl="1" marL="914400" algn="l">
              <a:spcBef>
                <a:spcPts val="800"/>
              </a:spcBef>
              <a:spcAft>
                <a:spcPts val="0"/>
              </a:spcAft>
              <a:buClr>
                <a:schemeClr val="dk1"/>
              </a:buClr>
              <a:buSzPts val="2600"/>
              <a:buChar char="•"/>
              <a:defRPr/>
            </a:lvl2pPr>
            <a:lvl3pPr indent="-393700" lvl="2" marL="1371600" algn="l">
              <a:spcBef>
                <a:spcPts val="800"/>
              </a:spcBef>
              <a:spcAft>
                <a:spcPts val="0"/>
              </a:spcAft>
              <a:buClr>
                <a:schemeClr val="dk1"/>
              </a:buClr>
              <a:buSzPts val="2600"/>
              <a:buChar char="–"/>
              <a:defRPr/>
            </a:lvl3pPr>
            <a:lvl4pPr indent="-393700" lvl="3" marL="1828800" algn="l">
              <a:spcBef>
                <a:spcPts val="800"/>
              </a:spcBef>
              <a:spcAft>
                <a:spcPts val="0"/>
              </a:spcAft>
              <a:buClr>
                <a:schemeClr val="dk1"/>
              </a:buClr>
              <a:buSzPts val="2600"/>
              <a:buChar char="•"/>
              <a:defRPr/>
            </a:lvl4pPr>
            <a:lvl5pPr indent="-393700" lvl="4" marL="2286000" algn="l">
              <a:spcBef>
                <a:spcPts val="800"/>
              </a:spcBef>
              <a:spcAft>
                <a:spcPts val="0"/>
              </a:spcAft>
              <a:buClr>
                <a:schemeClr val="dk1"/>
              </a:buClr>
              <a:buSzPts val="2600"/>
              <a:buChar char="–"/>
              <a:defRPr/>
            </a:lvl5pPr>
            <a:lvl6pPr indent="-381000" lvl="5" marL="2743200" algn="l">
              <a:spcBef>
                <a:spcPts val="500"/>
              </a:spcBef>
              <a:spcAft>
                <a:spcPts val="0"/>
              </a:spcAft>
              <a:buClr>
                <a:schemeClr val="dk1"/>
              </a:buClr>
              <a:buSzPts val="2400"/>
              <a:buChar char="»"/>
              <a:defRPr/>
            </a:lvl6pPr>
            <a:lvl7pPr indent="-381000" lvl="6" marL="3200400" algn="l">
              <a:spcBef>
                <a:spcPts val="500"/>
              </a:spcBef>
              <a:spcAft>
                <a:spcPts val="0"/>
              </a:spcAft>
              <a:buClr>
                <a:schemeClr val="dk1"/>
              </a:buClr>
              <a:buSzPts val="2400"/>
              <a:buChar char="»"/>
              <a:defRPr/>
            </a:lvl7pPr>
            <a:lvl8pPr indent="-381000" lvl="7" marL="3657600" algn="l">
              <a:spcBef>
                <a:spcPts val="500"/>
              </a:spcBef>
              <a:spcAft>
                <a:spcPts val="0"/>
              </a:spcAft>
              <a:buClr>
                <a:schemeClr val="dk1"/>
              </a:buClr>
              <a:buSzPts val="2400"/>
              <a:buChar char="»"/>
              <a:defRPr/>
            </a:lvl8pPr>
            <a:lvl9pPr indent="-381000" lvl="8" marL="4114800" algn="l">
              <a:spcBef>
                <a:spcPts val="500"/>
              </a:spcBef>
              <a:spcAft>
                <a:spcPts val="0"/>
              </a:spcAft>
              <a:buClr>
                <a:schemeClr val="dk1"/>
              </a:buClr>
              <a:buSzPts val="24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37" name="Shape 37"/>
        <p:cNvGrpSpPr/>
        <p:nvPr/>
      </p:nvGrpSpPr>
      <p:grpSpPr>
        <a:xfrm>
          <a:off x="0" y="0"/>
          <a:ext cx="0" cy="0"/>
          <a:chOff x="0" y="0"/>
          <a:chExt cx="0" cy="0"/>
        </a:xfrm>
      </p:grpSpPr>
      <p:sp>
        <p:nvSpPr>
          <p:cNvPr id="38" name="Google Shape;38;p7"/>
          <p:cNvSpPr txBox="1"/>
          <p:nvPr>
            <p:ph type="title"/>
          </p:nvPr>
        </p:nvSpPr>
        <p:spPr>
          <a:xfrm>
            <a:off x="609600" y="482600"/>
            <a:ext cx="10972800" cy="812700"/>
          </a:xfrm>
          <a:prstGeom prst="rect">
            <a:avLst/>
          </a:prstGeom>
          <a:noFill/>
          <a:ln>
            <a:noFill/>
          </a:ln>
        </p:spPr>
        <p:txBody>
          <a:bodyPr anchorCtr="0" anchor="t" bIns="60925" lIns="121900" spcFirstLastPara="1" rIns="121900" wrap="square" tIns="60925">
            <a:noAutofit/>
          </a:bodyPr>
          <a:lstStyle>
            <a:lvl1pPr lvl="0" algn="l">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39" name="Google Shape;39;p7"/>
          <p:cNvSpPr txBox="1"/>
          <p:nvPr>
            <p:ph idx="1" type="body"/>
          </p:nvPr>
        </p:nvSpPr>
        <p:spPr>
          <a:xfrm>
            <a:off x="609600" y="1600200"/>
            <a:ext cx="3454500" cy="4572000"/>
          </a:xfrm>
          <a:prstGeom prst="rect">
            <a:avLst/>
          </a:prstGeom>
          <a:noFill/>
          <a:ln>
            <a:noFill/>
          </a:ln>
        </p:spPr>
        <p:txBody>
          <a:bodyPr anchorCtr="0" anchor="t" bIns="60925" lIns="121900" spcFirstLastPara="1" rIns="121900" wrap="square" tIns="60925">
            <a:noAutofit/>
          </a:bodyPr>
          <a:lstStyle>
            <a:lvl1pPr indent="-228600" lvl="0" marL="457200" algn="l">
              <a:spcBef>
                <a:spcPts val="800"/>
              </a:spcBef>
              <a:spcAft>
                <a:spcPts val="0"/>
              </a:spcAft>
              <a:buSzPts val="1900"/>
              <a:buNone/>
              <a:defRPr/>
            </a:lvl1pPr>
            <a:lvl2pPr indent="-393700" lvl="1" marL="914400" algn="l">
              <a:spcBef>
                <a:spcPts val="800"/>
              </a:spcBef>
              <a:spcAft>
                <a:spcPts val="0"/>
              </a:spcAft>
              <a:buClr>
                <a:schemeClr val="dk1"/>
              </a:buClr>
              <a:buSzPts val="2600"/>
              <a:buChar char="•"/>
              <a:defRPr/>
            </a:lvl2pPr>
            <a:lvl3pPr indent="-393700" lvl="2" marL="1371600" algn="l">
              <a:spcBef>
                <a:spcPts val="800"/>
              </a:spcBef>
              <a:spcAft>
                <a:spcPts val="0"/>
              </a:spcAft>
              <a:buClr>
                <a:schemeClr val="dk1"/>
              </a:buClr>
              <a:buSzPts val="2600"/>
              <a:buChar char="–"/>
              <a:defRPr/>
            </a:lvl3pPr>
            <a:lvl4pPr indent="-393700" lvl="3" marL="1828800" algn="l">
              <a:spcBef>
                <a:spcPts val="800"/>
              </a:spcBef>
              <a:spcAft>
                <a:spcPts val="0"/>
              </a:spcAft>
              <a:buClr>
                <a:schemeClr val="dk1"/>
              </a:buClr>
              <a:buSzPts val="2600"/>
              <a:buChar char="•"/>
              <a:defRPr/>
            </a:lvl4pPr>
            <a:lvl5pPr indent="-393700" lvl="4" marL="2286000" algn="l">
              <a:spcBef>
                <a:spcPts val="800"/>
              </a:spcBef>
              <a:spcAft>
                <a:spcPts val="0"/>
              </a:spcAft>
              <a:buClr>
                <a:schemeClr val="dk1"/>
              </a:buClr>
              <a:buSzPts val="2600"/>
              <a:buChar char="–"/>
              <a:defRPr/>
            </a:lvl5pPr>
            <a:lvl6pPr indent="-381000" lvl="5" marL="2743200" algn="l">
              <a:spcBef>
                <a:spcPts val="500"/>
              </a:spcBef>
              <a:spcAft>
                <a:spcPts val="0"/>
              </a:spcAft>
              <a:buClr>
                <a:schemeClr val="dk1"/>
              </a:buClr>
              <a:buSzPts val="2400"/>
              <a:buChar char="»"/>
              <a:defRPr/>
            </a:lvl6pPr>
            <a:lvl7pPr indent="-381000" lvl="6" marL="3200400" algn="l">
              <a:spcBef>
                <a:spcPts val="500"/>
              </a:spcBef>
              <a:spcAft>
                <a:spcPts val="0"/>
              </a:spcAft>
              <a:buClr>
                <a:schemeClr val="dk1"/>
              </a:buClr>
              <a:buSzPts val="2400"/>
              <a:buChar char="»"/>
              <a:defRPr/>
            </a:lvl7pPr>
            <a:lvl8pPr indent="-381000" lvl="7" marL="3657600" algn="l">
              <a:spcBef>
                <a:spcPts val="500"/>
              </a:spcBef>
              <a:spcAft>
                <a:spcPts val="0"/>
              </a:spcAft>
              <a:buClr>
                <a:schemeClr val="dk1"/>
              </a:buClr>
              <a:buSzPts val="2400"/>
              <a:buChar char="»"/>
              <a:defRPr/>
            </a:lvl8pPr>
            <a:lvl9pPr indent="-381000" lvl="8" marL="4114800" algn="l">
              <a:spcBef>
                <a:spcPts val="500"/>
              </a:spcBef>
              <a:spcAft>
                <a:spcPts val="0"/>
              </a:spcAft>
              <a:buClr>
                <a:schemeClr val="dk1"/>
              </a:buClr>
              <a:buSzPts val="2400"/>
              <a:buChar char="»"/>
              <a:defRPr/>
            </a:lvl9pPr>
          </a:lstStyle>
          <a:p/>
        </p:txBody>
      </p:sp>
      <p:sp>
        <p:nvSpPr>
          <p:cNvPr id="40" name="Google Shape;40;p7"/>
          <p:cNvSpPr txBox="1"/>
          <p:nvPr>
            <p:ph idx="2" type="body"/>
          </p:nvPr>
        </p:nvSpPr>
        <p:spPr>
          <a:xfrm>
            <a:off x="4368800" y="1600200"/>
            <a:ext cx="3454500" cy="4572000"/>
          </a:xfrm>
          <a:prstGeom prst="rect">
            <a:avLst/>
          </a:prstGeom>
          <a:noFill/>
          <a:ln>
            <a:noFill/>
          </a:ln>
        </p:spPr>
        <p:txBody>
          <a:bodyPr anchorCtr="0" anchor="t" bIns="60925" lIns="121900" spcFirstLastPara="1" rIns="121900" wrap="square" tIns="60925">
            <a:noAutofit/>
          </a:bodyPr>
          <a:lstStyle>
            <a:lvl1pPr indent="-228600" lvl="0" marL="457200" algn="l">
              <a:spcBef>
                <a:spcPts val="800"/>
              </a:spcBef>
              <a:spcAft>
                <a:spcPts val="0"/>
              </a:spcAft>
              <a:buSzPts val="1900"/>
              <a:buNone/>
              <a:defRPr/>
            </a:lvl1pPr>
            <a:lvl2pPr indent="-393700" lvl="1" marL="914400" algn="l">
              <a:spcBef>
                <a:spcPts val="800"/>
              </a:spcBef>
              <a:spcAft>
                <a:spcPts val="0"/>
              </a:spcAft>
              <a:buClr>
                <a:schemeClr val="dk1"/>
              </a:buClr>
              <a:buSzPts val="2600"/>
              <a:buChar char="•"/>
              <a:defRPr/>
            </a:lvl2pPr>
            <a:lvl3pPr indent="-393700" lvl="2" marL="1371600" algn="l">
              <a:spcBef>
                <a:spcPts val="800"/>
              </a:spcBef>
              <a:spcAft>
                <a:spcPts val="0"/>
              </a:spcAft>
              <a:buClr>
                <a:schemeClr val="dk1"/>
              </a:buClr>
              <a:buSzPts val="2600"/>
              <a:buChar char="–"/>
              <a:defRPr/>
            </a:lvl3pPr>
            <a:lvl4pPr indent="-393700" lvl="3" marL="1828800" algn="l">
              <a:spcBef>
                <a:spcPts val="800"/>
              </a:spcBef>
              <a:spcAft>
                <a:spcPts val="0"/>
              </a:spcAft>
              <a:buClr>
                <a:schemeClr val="dk1"/>
              </a:buClr>
              <a:buSzPts val="2600"/>
              <a:buChar char="•"/>
              <a:defRPr/>
            </a:lvl4pPr>
            <a:lvl5pPr indent="-393700" lvl="4" marL="2286000" algn="l">
              <a:spcBef>
                <a:spcPts val="800"/>
              </a:spcBef>
              <a:spcAft>
                <a:spcPts val="0"/>
              </a:spcAft>
              <a:buClr>
                <a:schemeClr val="dk1"/>
              </a:buClr>
              <a:buSzPts val="2600"/>
              <a:buChar char="–"/>
              <a:defRPr/>
            </a:lvl5pPr>
            <a:lvl6pPr indent="-381000" lvl="5" marL="2743200" algn="l">
              <a:spcBef>
                <a:spcPts val="500"/>
              </a:spcBef>
              <a:spcAft>
                <a:spcPts val="0"/>
              </a:spcAft>
              <a:buClr>
                <a:schemeClr val="dk1"/>
              </a:buClr>
              <a:buSzPts val="2400"/>
              <a:buChar char="»"/>
              <a:defRPr/>
            </a:lvl6pPr>
            <a:lvl7pPr indent="-381000" lvl="6" marL="3200400" algn="l">
              <a:spcBef>
                <a:spcPts val="500"/>
              </a:spcBef>
              <a:spcAft>
                <a:spcPts val="0"/>
              </a:spcAft>
              <a:buClr>
                <a:schemeClr val="dk1"/>
              </a:buClr>
              <a:buSzPts val="2400"/>
              <a:buChar char="»"/>
              <a:defRPr/>
            </a:lvl7pPr>
            <a:lvl8pPr indent="-381000" lvl="7" marL="3657600" algn="l">
              <a:spcBef>
                <a:spcPts val="500"/>
              </a:spcBef>
              <a:spcAft>
                <a:spcPts val="0"/>
              </a:spcAft>
              <a:buClr>
                <a:schemeClr val="dk1"/>
              </a:buClr>
              <a:buSzPts val="2400"/>
              <a:buChar char="»"/>
              <a:defRPr/>
            </a:lvl8pPr>
            <a:lvl9pPr indent="-381000" lvl="8" marL="4114800" algn="l">
              <a:spcBef>
                <a:spcPts val="500"/>
              </a:spcBef>
              <a:spcAft>
                <a:spcPts val="0"/>
              </a:spcAft>
              <a:buClr>
                <a:schemeClr val="dk1"/>
              </a:buClr>
              <a:buSzPts val="2400"/>
              <a:buChar char="»"/>
              <a:defRPr/>
            </a:lvl9pPr>
          </a:lstStyle>
          <a:p/>
        </p:txBody>
      </p:sp>
      <p:sp>
        <p:nvSpPr>
          <p:cNvPr id="41" name="Google Shape;41;p7"/>
          <p:cNvSpPr txBox="1"/>
          <p:nvPr>
            <p:ph idx="3" type="body"/>
          </p:nvPr>
        </p:nvSpPr>
        <p:spPr>
          <a:xfrm>
            <a:off x="8128000" y="1600200"/>
            <a:ext cx="3454500" cy="4572000"/>
          </a:xfrm>
          <a:prstGeom prst="rect">
            <a:avLst/>
          </a:prstGeom>
          <a:noFill/>
          <a:ln>
            <a:noFill/>
          </a:ln>
        </p:spPr>
        <p:txBody>
          <a:bodyPr anchorCtr="0" anchor="t" bIns="60925" lIns="121900" spcFirstLastPara="1" rIns="121900" wrap="square" tIns="60925">
            <a:noAutofit/>
          </a:bodyPr>
          <a:lstStyle>
            <a:lvl1pPr indent="-228600" lvl="0" marL="457200" algn="l">
              <a:spcBef>
                <a:spcPts val="800"/>
              </a:spcBef>
              <a:spcAft>
                <a:spcPts val="0"/>
              </a:spcAft>
              <a:buSzPts val="1900"/>
              <a:buNone/>
              <a:defRPr/>
            </a:lvl1pPr>
            <a:lvl2pPr indent="-393700" lvl="1" marL="914400" algn="l">
              <a:spcBef>
                <a:spcPts val="800"/>
              </a:spcBef>
              <a:spcAft>
                <a:spcPts val="0"/>
              </a:spcAft>
              <a:buClr>
                <a:schemeClr val="dk1"/>
              </a:buClr>
              <a:buSzPts val="2600"/>
              <a:buChar char="•"/>
              <a:defRPr/>
            </a:lvl2pPr>
            <a:lvl3pPr indent="-393700" lvl="2" marL="1371600" algn="l">
              <a:spcBef>
                <a:spcPts val="800"/>
              </a:spcBef>
              <a:spcAft>
                <a:spcPts val="0"/>
              </a:spcAft>
              <a:buClr>
                <a:schemeClr val="dk1"/>
              </a:buClr>
              <a:buSzPts val="2600"/>
              <a:buChar char="–"/>
              <a:defRPr/>
            </a:lvl3pPr>
            <a:lvl4pPr indent="-393700" lvl="3" marL="1828800" algn="l">
              <a:spcBef>
                <a:spcPts val="800"/>
              </a:spcBef>
              <a:spcAft>
                <a:spcPts val="0"/>
              </a:spcAft>
              <a:buClr>
                <a:schemeClr val="dk1"/>
              </a:buClr>
              <a:buSzPts val="2600"/>
              <a:buChar char="•"/>
              <a:defRPr/>
            </a:lvl4pPr>
            <a:lvl5pPr indent="-393700" lvl="4" marL="2286000" algn="l">
              <a:spcBef>
                <a:spcPts val="800"/>
              </a:spcBef>
              <a:spcAft>
                <a:spcPts val="0"/>
              </a:spcAft>
              <a:buClr>
                <a:schemeClr val="dk1"/>
              </a:buClr>
              <a:buSzPts val="2600"/>
              <a:buChar char="–"/>
              <a:defRPr/>
            </a:lvl5pPr>
            <a:lvl6pPr indent="-381000" lvl="5" marL="2743200" algn="l">
              <a:spcBef>
                <a:spcPts val="500"/>
              </a:spcBef>
              <a:spcAft>
                <a:spcPts val="0"/>
              </a:spcAft>
              <a:buClr>
                <a:schemeClr val="dk1"/>
              </a:buClr>
              <a:buSzPts val="2400"/>
              <a:buChar char="»"/>
              <a:defRPr/>
            </a:lvl6pPr>
            <a:lvl7pPr indent="-381000" lvl="6" marL="3200400" algn="l">
              <a:spcBef>
                <a:spcPts val="500"/>
              </a:spcBef>
              <a:spcAft>
                <a:spcPts val="0"/>
              </a:spcAft>
              <a:buClr>
                <a:schemeClr val="dk1"/>
              </a:buClr>
              <a:buSzPts val="2400"/>
              <a:buChar char="»"/>
              <a:defRPr/>
            </a:lvl7pPr>
            <a:lvl8pPr indent="-381000" lvl="7" marL="3657600" algn="l">
              <a:spcBef>
                <a:spcPts val="500"/>
              </a:spcBef>
              <a:spcAft>
                <a:spcPts val="0"/>
              </a:spcAft>
              <a:buClr>
                <a:schemeClr val="dk1"/>
              </a:buClr>
              <a:buSzPts val="2400"/>
              <a:buChar char="»"/>
              <a:defRPr/>
            </a:lvl8pPr>
            <a:lvl9pPr indent="-381000" lvl="8" marL="4114800" algn="l">
              <a:spcBef>
                <a:spcPts val="500"/>
              </a:spcBef>
              <a:spcAft>
                <a:spcPts val="0"/>
              </a:spcAft>
              <a:buClr>
                <a:schemeClr val="dk1"/>
              </a:buClr>
              <a:buSzPts val="2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
  <p:cSld name="4 Column">
    <p:spTree>
      <p:nvGrpSpPr>
        <p:cNvPr id="42" name="Shape 42"/>
        <p:cNvGrpSpPr/>
        <p:nvPr/>
      </p:nvGrpSpPr>
      <p:grpSpPr>
        <a:xfrm>
          <a:off x="0" y="0"/>
          <a:ext cx="0" cy="0"/>
          <a:chOff x="0" y="0"/>
          <a:chExt cx="0" cy="0"/>
        </a:xfrm>
      </p:grpSpPr>
      <p:sp>
        <p:nvSpPr>
          <p:cNvPr id="43" name="Google Shape;43;p8"/>
          <p:cNvSpPr txBox="1"/>
          <p:nvPr>
            <p:ph type="title"/>
          </p:nvPr>
        </p:nvSpPr>
        <p:spPr>
          <a:xfrm>
            <a:off x="609600" y="482600"/>
            <a:ext cx="10972800" cy="812700"/>
          </a:xfrm>
          <a:prstGeom prst="rect">
            <a:avLst/>
          </a:prstGeom>
          <a:noFill/>
          <a:ln>
            <a:noFill/>
          </a:ln>
        </p:spPr>
        <p:txBody>
          <a:bodyPr anchorCtr="0" anchor="t" bIns="60925" lIns="121900" spcFirstLastPara="1" rIns="121900" wrap="square" tIns="60925">
            <a:noAutofit/>
          </a:bodyPr>
          <a:lstStyle>
            <a:lvl1pPr lvl="0" algn="l">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44" name="Google Shape;44;p8"/>
          <p:cNvSpPr txBox="1"/>
          <p:nvPr>
            <p:ph idx="1" type="body"/>
          </p:nvPr>
        </p:nvSpPr>
        <p:spPr>
          <a:xfrm>
            <a:off x="609600" y="1600200"/>
            <a:ext cx="2540100" cy="4572000"/>
          </a:xfrm>
          <a:prstGeom prst="rect">
            <a:avLst/>
          </a:prstGeom>
          <a:noFill/>
          <a:ln>
            <a:noFill/>
          </a:ln>
        </p:spPr>
        <p:txBody>
          <a:bodyPr anchorCtr="0" anchor="t" bIns="60925" lIns="121900" spcFirstLastPara="1" rIns="121900" wrap="square" tIns="60925">
            <a:noAutofit/>
          </a:bodyPr>
          <a:lstStyle>
            <a:lvl1pPr indent="-228600" lvl="0" marL="457200" algn="l">
              <a:spcBef>
                <a:spcPts val="800"/>
              </a:spcBef>
              <a:spcAft>
                <a:spcPts val="0"/>
              </a:spcAft>
              <a:buSzPts val="1900"/>
              <a:buNone/>
              <a:defRPr/>
            </a:lvl1pPr>
            <a:lvl2pPr indent="-393700" lvl="1" marL="914400" algn="l">
              <a:spcBef>
                <a:spcPts val="800"/>
              </a:spcBef>
              <a:spcAft>
                <a:spcPts val="0"/>
              </a:spcAft>
              <a:buClr>
                <a:schemeClr val="dk1"/>
              </a:buClr>
              <a:buSzPts val="2600"/>
              <a:buChar char="•"/>
              <a:defRPr/>
            </a:lvl2pPr>
            <a:lvl3pPr indent="-393700" lvl="2" marL="1371600" algn="l">
              <a:spcBef>
                <a:spcPts val="800"/>
              </a:spcBef>
              <a:spcAft>
                <a:spcPts val="0"/>
              </a:spcAft>
              <a:buClr>
                <a:schemeClr val="dk1"/>
              </a:buClr>
              <a:buSzPts val="2600"/>
              <a:buChar char="–"/>
              <a:defRPr/>
            </a:lvl3pPr>
            <a:lvl4pPr indent="-393700" lvl="3" marL="1828800" algn="l">
              <a:spcBef>
                <a:spcPts val="800"/>
              </a:spcBef>
              <a:spcAft>
                <a:spcPts val="0"/>
              </a:spcAft>
              <a:buClr>
                <a:schemeClr val="dk1"/>
              </a:buClr>
              <a:buSzPts val="2600"/>
              <a:buChar char="•"/>
              <a:defRPr/>
            </a:lvl4pPr>
            <a:lvl5pPr indent="-393700" lvl="4" marL="2286000" algn="l">
              <a:spcBef>
                <a:spcPts val="800"/>
              </a:spcBef>
              <a:spcAft>
                <a:spcPts val="0"/>
              </a:spcAft>
              <a:buClr>
                <a:schemeClr val="dk1"/>
              </a:buClr>
              <a:buSzPts val="2600"/>
              <a:buChar char="–"/>
              <a:defRPr/>
            </a:lvl5pPr>
            <a:lvl6pPr indent="-381000" lvl="5" marL="2743200" algn="l">
              <a:spcBef>
                <a:spcPts val="500"/>
              </a:spcBef>
              <a:spcAft>
                <a:spcPts val="0"/>
              </a:spcAft>
              <a:buClr>
                <a:schemeClr val="dk1"/>
              </a:buClr>
              <a:buSzPts val="2400"/>
              <a:buChar char="»"/>
              <a:defRPr/>
            </a:lvl6pPr>
            <a:lvl7pPr indent="-381000" lvl="6" marL="3200400" algn="l">
              <a:spcBef>
                <a:spcPts val="500"/>
              </a:spcBef>
              <a:spcAft>
                <a:spcPts val="0"/>
              </a:spcAft>
              <a:buClr>
                <a:schemeClr val="dk1"/>
              </a:buClr>
              <a:buSzPts val="2400"/>
              <a:buChar char="»"/>
              <a:defRPr/>
            </a:lvl7pPr>
            <a:lvl8pPr indent="-381000" lvl="7" marL="3657600" algn="l">
              <a:spcBef>
                <a:spcPts val="500"/>
              </a:spcBef>
              <a:spcAft>
                <a:spcPts val="0"/>
              </a:spcAft>
              <a:buClr>
                <a:schemeClr val="dk1"/>
              </a:buClr>
              <a:buSzPts val="2400"/>
              <a:buChar char="»"/>
              <a:defRPr/>
            </a:lvl8pPr>
            <a:lvl9pPr indent="-381000" lvl="8" marL="4114800" algn="l">
              <a:spcBef>
                <a:spcPts val="500"/>
              </a:spcBef>
              <a:spcAft>
                <a:spcPts val="0"/>
              </a:spcAft>
              <a:buClr>
                <a:schemeClr val="dk1"/>
              </a:buClr>
              <a:buSzPts val="2400"/>
              <a:buChar char="»"/>
              <a:defRPr/>
            </a:lvl9pPr>
          </a:lstStyle>
          <a:p/>
        </p:txBody>
      </p:sp>
      <p:sp>
        <p:nvSpPr>
          <p:cNvPr id="45" name="Google Shape;45;p8"/>
          <p:cNvSpPr txBox="1"/>
          <p:nvPr>
            <p:ph idx="2" type="body"/>
          </p:nvPr>
        </p:nvSpPr>
        <p:spPr>
          <a:xfrm>
            <a:off x="3420533" y="1600200"/>
            <a:ext cx="2540100" cy="4572000"/>
          </a:xfrm>
          <a:prstGeom prst="rect">
            <a:avLst/>
          </a:prstGeom>
          <a:noFill/>
          <a:ln>
            <a:noFill/>
          </a:ln>
        </p:spPr>
        <p:txBody>
          <a:bodyPr anchorCtr="0" anchor="t" bIns="60925" lIns="121900" spcFirstLastPara="1" rIns="121900" wrap="square" tIns="60925">
            <a:noAutofit/>
          </a:bodyPr>
          <a:lstStyle>
            <a:lvl1pPr indent="-228600" lvl="0" marL="457200" algn="l">
              <a:spcBef>
                <a:spcPts val="800"/>
              </a:spcBef>
              <a:spcAft>
                <a:spcPts val="0"/>
              </a:spcAft>
              <a:buSzPts val="1900"/>
              <a:buNone/>
              <a:defRPr/>
            </a:lvl1pPr>
            <a:lvl2pPr indent="-393700" lvl="1" marL="914400" algn="l">
              <a:spcBef>
                <a:spcPts val="800"/>
              </a:spcBef>
              <a:spcAft>
                <a:spcPts val="0"/>
              </a:spcAft>
              <a:buClr>
                <a:schemeClr val="dk1"/>
              </a:buClr>
              <a:buSzPts val="2600"/>
              <a:buChar char="•"/>
              <a:defRPr/>
            </a:lvl2pPr>
            <a:lvl3pPr indent="-393700" lvl="2" marL="1371600" algn="l">
              <a:spcBef>
                <a:spcPts val="800"/>
              </a:spcBef>
              <a:spcAft>
                <a:spcPts val="0"/>
              </a:spcAft>
              <a:buClr>
                <a:schemeClr val="dk1"/>
              </a:buClr>
              <a:buSzPts val="2600"/>
              <a:buChar char="–"/>
              <a:defRPr/>
            </a:lvl3pPr>
            <a:lvl4pPr indent="-393700" lvl="3" marL="1828800" algn="l">
              <a:spcBef>
                <a:spcPts val="800"/>
              </a:spcBef>
              <a:spcAft>
                <a:spcPts val="0"/>
              </a:spcAft>
              <a:buClr>
                <a:schemeClr val="dk1"/>
              </a:buClr>
              <a:buSzPts val="2600"/>
              <a:buChar char="•"/>
              <a:defRPr/>
            </a:lvl4pPr>
            <a:lvl5pPr indent="-393700" lvl="4" marL="2286000" algn="l">
              <a:spcBef>
                <a:spcPts val="800"/>
              </a:spcBef>
              <a:spcAft>
                <a:spcPts val="0"/>
              </a:spcAft>
              <a:buClr>
                <a:schemeClr val="dk1"/>
              </a:buClr>
              <a:buSzPts val="2600"/>
              <a:buChar char="–"/>
              <a:defRPr/>
            </a:lvl5pPr>
            <a:lvl6pPr indent="-381000" lvl="5" marL="2743200" algn="l">
              <a:spcBef>
                <a:spcPts val="500"/>
              </a:spcBef>
              <a:spcAft>
                <a:spcPts val="0"/>
              </a:spcAft>
              <a:buClr>
                <a:schemeClr val="dk1"/>
              </a:buClr>
              <a:buSzPts val="2400"/>
              <a:buChar char="»"/>
              <a:defRPr/>
            </a:lvl6pPr>
            <a:lvl7pPr indent="-381000" lvl="6" marL="3200400" algn="l">
              <a:spcBef>
                <a:spcPts val="500"/>
              </a:spcBef>
              <a:spcAft>
                <a:spcPts val="0"/>
              </a:spcAft>
              <a:buClr>
                <a:schemeClr val="dk1"/>
              </a:buClr>
              <a:buSzPts val="2400"/>
              <a:buChar char="»"/>
              <a:defRPr/>
            </a:lvl7pPr>
            <a:lvl8pPr indent="-381000" lvl="7" marL="3657600" algn="l">
              <a:spcBef>
                <a:spcPts val="500"/>
              </a:spcBef>
              <a:spcAft>
                <a:spcPts val="0"/>
              </a:spcAft>
              <a:buClr>
                <a:schemeClr val="dk1"/>
              </a:buClr>
              <a:buSzPts val="2400"/>
              <a:buChar char="»"/>
              <a:defRPr/>
            </a:lvl8pPr>
            <a:lvl9pPr indent="-381000" lvl="8" marL="4114800" algn="l">
              <a:spcBef>
                <a:spcPts val="500"/>
              </a:spcBef>
              <a:spcAft>
                <a:spcPts val="0"/>
              </a:spcAft>
              <a:buClr>
                <a:schemeClr val="dk1"/>
              </a:buClr>
              <a:buSzPts val="2400"/>
              <a:buChar char="»"/>
              <a:defRPr/>
            </a:lvl9pPr>
          </a:lstStyle>
          <a:p/>
        </p:txBody>
      </p:sp>
      <p:sp>
        <p:nvSpPr>
          <p:cNvPr id="46" name="Google Shape;46;p8"/>
          <p:cNvSpPr txBox="1"/>
          <p:nvPr>
            <p:ph idx="3" type="body"/>
          </p:nvPr>
        </p:nvSpPr>
        <p:spPr>
          <a:xfrm>
            <a:off x="6231467" y="1600200"/>
            <a:ext cx="2540100" cy="4572000"/>
          </a:xfrm>
          <a:prstGeom prst="rect">
            <a:avLst/>
          </a:prstGeom>
          <a:noFill/>
          <a:ln>
            <a:noFill/>
          </a:ln>
        </p:spPr>
        <p:txBody>
          <a:bodyPr anchorCtr="0" anchor="t" bIns="60925" lIns="121900" spcFirstLastPara="1" rIns="121900" wrap="square" tIns="60925">
            <a:noAutofit/>
          </a:bodyPr>
          <a:lstStyle>
            <a:lvl1pPr indent="-228600" lvl="0" marL="457200" algn="l">
              <a:spcBef>
                <a:spcPts val="800"/>
              </a:spcBef>
              <a:spcAft>
                <a:spcPts val="0"/>
              </a:spcAft>
              <a:buSzPts val="1900"/>
              <a:buNone/>
              <a:defRPr/>
            </a:lvl1pPr>
            <a:lvl2pPr indent="-393700" lvl="1" marL="914400" algn="l">
              <a:spcBef>
                <a:spcPts val="800"/>
              </a:spcBef>
              <a:spcAft>
                <a:spcPts val="0"/>
              </a:spcAft>
              <a:buClr>
                <a:schemeClr val="dk1"/>
              </a:buClr>
              <a:buSzPts val="2600"/>
              <a:buChar char="•"/>
              <a:defRPr/>
            </a:lvl2pPr>
            <a:lvl3pPr indent="-393700" lvl="2" marL="1371600" algn="l">
              <a:spcBef>
                <a:spcPts val="800"/>
              </a:spcBef>
              <a:spcAft>
                <a:spcPts val="0"/>
              </a:spcAft>
              <a:buClr>
                <a:schemeClr val="dk1"/>
              </a:buClr>
              <a:buSzPts val="2600"/>
              <a:buChar char="–"/>
              <a:defRPr/>
            </a:lvl3pPr>
            <a:lvl4pPr indent="-393700" lvl="3" marL="1828800" algn="l">
              <a:spcBef>
                <a:spcPts val="800"/>
              </a:spcBef>
              <a:spcAft>
                <a:spcPts val="0"/>
              </a:spcAft>
              <a:buClr>
                <a:schemeClr val="dk1"/>
              </a:buClr>
              <a:buSzPts val="2600"/>
              <a:buChar char="•"/>
              <a:defRPr/>
            </a:lvl4pPr>
            <a:lvl5pPr indent="-393700" lvl="4" marL="2286000" algn="l">
              <a:spcBef>
                <a:spcPts val="800"/>
              </a:spcBef>
              <a:spcAft>
                <a:spcPts val="0"/>
              </a:spcAft>
              <a:buClr>
                <a:schemeClr val="dk1"/>
              </a:buClr>
              <a:buSzPts val="2600"/>
              <a:buChar char="–"/>
              <a:defRPr/>
            </a:lvl5pPr>
            <a:lvl6pPr indent="-381000" lvl="5" marL="2743200" algn="l">
              <a:spcBef>
                <a:spcPts val="500"/>
              </a:spcBef>
              <a:spcAft>
                <a:spcPts val="0"/>
              </a:spcAft>
              <a:buClr>
                <a:schemeClr val="dk1"/>
              </a:buClr>
              <a:buSzPts val="2400"/>
              <a:buChar char="»"/>
              <a:defRPr/>
            </a:lvl6pPr>
            <a:lvl7pPr indent="-381000" lvl="6" marL="3200400" algn="l">
              <a:spcBef>
                <a:spcPts val="500"/>
              </a:spcBef>
              <a:spcAft>
                <a:spcPts val="0"/>
              </a:spcAft>
              <a:buClr>
                <a:schemeClr val="dk1"/>
              </a:buClr>
              <a:buSzPts val="2400"/>
              <a:buChar char="»"/>
              <a:defRPr/>
            </a:lvl7pPr>
            <a:lvl8pPr indent="-381000" lvl="7" marL="3657600" algn="l">
              <a:spcBef>
                <a:spcPts val="500"/>
              </a:spcBef>
              <a:spcAft>
                <a:spcPts val="0"/>
              </a:spcAft>
              <a:buClr>
                <a:schemeClr val="dk1"/>
              </a:buClr>
              <a:buSzPts val="2400"/>
              <a:buChar char="»"/>
              <a:defRPr/>
            </a:lvl8pPr>
            <a:lvl9pPr indent="-381000" lvl="8" marL="4114800" algn="l">
              <a:spcBef>
                <a:spcPts val="500"/>
              </a:spcBef>
              <a:spcAft>
                <a:spcPts val="0"/>
              </a:spcAft>
              <a:buClr>
                <a:schemeClr val="dk1"/>
              </a:buClr>
              <a:buSzPts val="2400"/>
              <a:buChar char="»"/>
              <a:defRPr/>
            </a:lvl9pPr>
          </a:lstStyle>
          <a:p/>
        </p:txBody>
      </p:sp>
      <p:sp>
        <p:nvSpPr>
          <p:cNvPr id="47" name="Google Shape;47;p8"/>
          <p:cNvSpPr txBox="1"/>
          <p:nvPr>
            <p:ph idx="4" type="body"/>
          </p:nvPr>
        </p:nvSpPr>
        <p:spPr>
          <a:xfrm>
            <a:off x="9042400" y="1600200"/>
            <a:ext cx="2540100" cy="4572000"/>
          </a:xfrm>
          <a:prstGeom prst="rect">
            <a:avLst/>
          </a:prstGeom>
          <a:noFill/>
          <a:ln>
            <a:noFill/>
          </a:ln>
        </p:spPr>
        <p:txBody>
          <a:bodyPr anchorCtr="0" anchor="t" bIns="60925" lIns="121900" spcFirstLastPara="1" rIns="121900" wrap="square" tIns="60925">
            <a:noAutofit/>
          </a:bodyPr>
          <a:lstStyle>
            <a:lvl1pPr indent="-228600" lvl="0" marL="457200" algn="l">
              <a:spcBef>
                <a:spcPts val="800"/>
              </a:spcBef>
              <a:spcAft>
                <a:spcPts val="0"/>
              </a:spcAft>
              <a:buSzPts val="1900"/>
              <a:buNone/>
              <a:defRPr/>
            </a:lvl1pPr>
            <a:lvl2pPr indent="-393700" lvl="1" marL="914400" algn="l">
              <a:spcBef>
                <a:spcPts val="800"/>
              </a:spcBef>
              <a:spcAft>
                <a:spcPts val="0"/>
              </a:spcAft>
              <a:buClr>
                <a:schemeClr val="dk1"/>
              </a:buClr>
              <a:buSzPts val="2600"/>
              <a:buChar char="•"/>
              <a:defRPr/>
            </a:lvl2pPr>
            <a:lvl3pPr indent="-393700" lvl="2" marL="1371600" algn="l">
              <a:spcBef>
                <a:spcPts val="800"/>
              </a:spcBef>
              <a:spcAft>
                <a:spcPts val="0"/>
              </a:spcAft>
              <a:buClr>
                <a:schemeClr val="dk1"/>
              </a:buClr>
              <a:buSzPts val="2600"/>
              <a:buChar char="–"/>
              <a:defRPr/>
            </a:lvl3pPr>
            <a:lvl4pPr indent="-393700" lvl="3" marL="1828800" algn="l">
              <a:spcBef>
                <a:spcPts val="800"/>
              </a:spcBef>
              <a:spcAft>
                <a:spcPts val="0"/>
              </a:spcAft>
              <a:buClr>
                <a:schemeClr val="dk1"/>
              </a:buClr>
              <a:buSzPts val="2600"/>
              <a:buChar char="•"/>
              <a:defRPr/>
            </a:lvl4pPr>
            <a:lvl5pPr indent="-393700" lvl="4" marL="2286000" algn="l">
              <a:spcBef>
                <a:spcPts val="800"/>
              </a:spcBef>
              <a:spcAft>
                <a:spcPts val="0"/>
              </a:spcAft>
              <a:buClr>
                <a:schemeClr val="dk1"/>
              </a:buClr>
              <a:buSzPts val="2600"/>
              <a:buChar char="–"/>
              <a:defRPr/>
            </a:lvl5pPr>
            <a:lvl6pPr indent="-381000" lvl="5" marL="2743200" algn="l">
              <a:spcBef>
                <a:spcPts val="500"/>
              </a:spcBef>
              <a:spcAft>
                <a:spcPts val="0"/>
              </a:spcAft>
              <a:buClr>
                <a:schemeClr val="dk1"/>
              </a:buClr>
              <a:buSzPts val="2400"/>
              <a:buChar char="»"/>
              <a:defRPr/>
            </a:lvl6pPr>
            <a:lvl7pPr indent="-381000" lvl="6" marL="3200400" algn="l">
              <a:spcBef>
                <a:spcPts val="500"/>
              </a:spcBef>
              <a:spcAft>
                <a:spcPts val="0"/>
              </a:spcAft>
              <a:buClr>
                <a:schemeClr val="dk1"/>
              </a:buClr>
              <a:buSzPts val="2400"/>
              <a:buChar char="»"/>
              <a:defRPr/>
            </a:lvl7pPr>
            <a:lvl8pPr indent="-381000" lvl="7" marL="3657600" algn="l">
              <a:spcBef>
                <a:spcPts val="500"/>
              </a:spcBef>
              <a:spcAft>
                <a:spcPts val="0"/>
              </a:spcAft>
              <a:buClr>
                <a:schemeClr val="dk1"/>
              </a:buClr>
              <a:buSzPts val="2400"/>
              <a:buChar char="»"/>
              <a:defRPr/>
            </a:lvl8pPr>
            <a:lvl9pPr indent="-381000" lvl="8" marL="4114800" algn="l">
              <a:spcBef>
                <a:spcPts val="500"/>
              </a:spcBef>
              <a:spcAft>
                <a:spcPts val="0"/>
              </a:spcAft>
              <a:buClr>
                <a:schemeClr val="dk1"/>
              </a:buClr>
              <a:buSzPts val="2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showMasterSp="0" type="title">
  <p:cSld name="TITLE">
    <p:spTree>
      <p:nvGrpSpPr>
        <p:cNvPr id="48" name="Shape 48"/>
        <p:cNvGrpSpPr/>
        <p:nvPr/>
      </p:nvGrpSpPr>
      <p:grpSpPr>
        <a:xfrm>
          <a:off x="0" y="0"/>
          <a:ext cx="0" cy="0"/>
          <a:chOff x="0" y="0"/>
          <a:chExt cx="0" cy="0"/>
        </a:xfrm>
      </p:grpSpPr>
      <p:pic>
        <p:nvPicPr>
          <p:cNvPr descr="\\DROBO-FS\QuickDrops\JB\PPTX NG\Droplets\LightingOverlay.png" id="49" name="Google Shape;49;p9"/>
          <p:cNvPicPr preferRelativeResize="0"/>
          <p:nvPr/>
        </p:nvPicPr>
        <p:blipFill rotWithShape="1">
          <a:blip r:embed="rId2">
            <a:alphaModFix amt="30000"/>
          </a:blip>
          <a:srcRect b="0" l="0" r="0" t="0"/>
          <a:stretch/>
        </p:blipFill>
        <p:spPr>
          <a:xfrm>
            <a:off x="0" y="-1"/>
            <a:ext cx="12192005" cy="6858000"/>
          </a:xfrm>
          <a:prstGeom prst="rect">
            <a:avLst/>
          </a:prstGeom>
          <a:noFill/>
          <a:ln>
            <a:noFill/>
          </a:ln>
        </p:spPr>
      </p:pic>
      <p:grpSp>
        <p:nvGrpSpPr>
          <p:cNvPr id="50" name="Google Shape;50;p9"/>
          <p:cNvGrpSpPr/>
          <p:nvPr/>
        </p:nvGrpSpPr>
        <p:grpSpPr>
          <a:xfrm>
            <a:off x="0" y="0"/>
            <a:ext cx="2305051" cy="6858001"/>
            <a:chOff x="0" y="0"/>
            <a:chExt cx="2305051" cy="6858001"/>
          </a:xfrm>
        </p:grpSpPr>
        <p:sp>
          <p:nvSpPr>
            <p:cNvPr id="51" name="Google Shape;51;p9"/>
            <p:cNvSpPr/>
            <p:nvPr/>
          </p:nvSpPr>
          <p:spPr>
            <a:xfrm>
              <a:off x="1209675" y="4763"/>
              <a:ext cx="23700" cy="2181300"/>
            </a:xfrm>
            <a:prstGeom prst="rect">
              <a:avLst/>
            </a:pr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52" name="Google Shape;52;p9"/>
            <p:cNvSpPr/>
            <p:nvPr/>
          </p:nvSpPr>
          <p:spPr>
            <a:xfrm>
              <a:off x="1128713" y="21764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53" name="Google Shape;53;p9"/>
            <p:cNvSpPr/>
            <p:nvPr/>
          </p:nvSpPr>
          <p:spPr>
            <a:xfrm>
              <a:off x="1123950" y="4021138"/>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54" name="Google Shape;54;p9"/>
            <p:cNvSpPr/>
            <p:nvPr/>
          </p:nvSpPr>
          <p:spPr>
            <a:xfrm>
              <a:off x="414338" y="9525"/>
              <a:ext cx="28500" cy="4481400"/>
            </a:xfrm>
            <a:prstGeom prst="rect">
              <a:avLst/>
            </a:pr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55" name="Google Shape;55;p9"/>
            <p:cNvSpPr/>
            <p:nvPr/>
          </p:nvSpPr>
          <p:spPr>
            <a:xfrm>
              <a:off x="333375"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56" name="Google Shape;56;p9"/>
            <p:cNvSpPr/>
            <p:nvPr/>
          </p:nvSpPr>
          <p:spPr>
            <a:xfrm>
              <a:off x="190500" y="9525"/>
              <a:ext cx="152400" cy="908050"/>
            </a:xfrm>
            <a:custGeom>
              <a:rect b="b" l="l" r="r" t="t"/>
              <a:pathLst>
                <a:path extrusionOk="0" h="572" w="96">
                  <a:moveTo>
                    <a:pt x="15" y="572"/>
                  </a:moveTo>
                  <a:lnTo>
                    <a:pt x="0" y="566"/>
                  </a:lnTo>
                  <a:lnTo>
                    <a:pt x="81" y="380"/>
                  </a:lnTo>
                  <a:lnTo>
                    <a:pt x="81" y="0"/>
                  </a:lnTo>
                  <a:lnTo>
                    <a:pt x="96" y="0"/>
                  </a:lnTo>
                  <a:lnTo>
                    <a:pt x="96" y="383"/>
                  </a:lnTo>
                  <a:lnTo>
                    <a:pt x="15" y="572"/>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57" name="Google Shape;57;p9"/>
            <p:cNvSpPr/>
            <p:nvPr/>
          </p:nvSpPr>
          <p:spPr>
            <a:xfrm>
              <a:off x="1290638" y="14288"/>
              <a:ext cx="376238" cy="1801813"/>
            </a:xfrm>
            <a:custGeom>
              <a:rect b="b" l="l" r="r" t="t"/>
              <a:pathLst>
                <a:path extrusionOk="0" h="1135" w="237">
                  <a:moveTo>
                    <a:pt x="222" y="1135"/>
                  </a:moveTo>
                  <a:lnTo>
                    <a:pt x="0" y="620"/>
                  </a:lnTo>
                  <a:lnTo>
                    <a:pt x="0" y="0"/>
                  </a:lnTo>
                  <a:lnTo>
                    <a:pt x="18" y="0"/>
                  </a:lnTo>
                  <a:lnTo>
                    <a:pt x="18" y="617"/>
                  </a:lnTo>
                  <a:lnTo>
                    <a:pt x="237" y="1129"/>
                  </a:lnTo>
                  <a:lnTo>
                    <a:pt x="222" y="1135"/>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58" name="Google Shape;58;p9"/>
            <p:cNvSpPr/>
            <p:nvPr/>
          </p:nvSpPr>
          <p:spPr>
            <a:xfrm>
              <a:off x="1600200" y="180181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59" name="Google Shape;59;p9"/>
            <p:cNvSpPr/>
            <p:nvPr/>
          </p:nvSpPr>
          <p:spPr>
            <a:xfrm>
              <a:off x="1381125" y="9525"/>
              <a:ext cx="371475" cy="1425575"/>
            </a:xfrm>
            <a:custGeom>
              <a:rect b="b" l="l" r="r" t="t"/>
              <a:pathLst>
                <a:path extrusionOk="0" h="898" w="234">
                  <a:moveTo>
                    <a:pt x="219" y="898"/>
                  </a:moveTo>
                  <a:lnTo>
                    <a:pt x="0" y="383"/>
                  </a:lnTo>
                  <a:lnTo>
                    <a:pt x="0" y="0"/>
                  </a:lnTo>
                  <a:lnTo>
                    <a:pt x="15" y="0"/>
                  </a:lnTo>
                  <a:lnTo>
                    <a:pt x="15" y="380"/>
                  </a:lnTo>
                  <a:lnTo>
                    <a:pt x="234" y="892"/>
                  </a:lnTo>
                  <a:lnTo>
                    <a:pt x="219" y="898"/>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60" name="Google Shape;60;p9"/>
            <p:cNvSpPr/>
            <p:nvPr/>
          </p:nvSpPr>
          <p:spPr>
            <a:xfrm>
              <a:off x="1643063" y="0"/>
              <a:ext cx="152400" cy="912813"/>
            </a:xfrm>
            <a:custGeom>
              <a:rect b="b" l="l" r="r" t="t"/>
              <a:pathLst>
                <a:path extrusionOk="0" h="575" w="96">
                  <a:moveTo>
                    <a:pt x="96" y="575"/>
                  </a:moveTo>
                  <a:lnTo>
                    <a:pt x="78" y="575"/>
                  </a:lnTo>
                  <a:lnTo>
                    <a:pt x="78" y="192"/>
                  </a:lnTo>
                  <a:lnTo>
                    <a:pt x="0" y="6"/>
                  </a:lnTo>
                  <a:lnTo>
                    <a:pt x="15" y="0"/>
                  </a:lnTo>
                  <a:lnTo>
                    <a:pt x="96" y="189"/>
                  </a:lnTo>
                  <a:lnTo>
                    <a:pt x="96" y="575"/>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61" name="Google Shape;61;p9"/>
            <p:cNvSpPr/>
            <p:nvPr/>
          </p:nvSpPr>
          <p:spPr>
            <a:xfrm>
              <a:off x="1685925" y="14208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62" name="Google Shape;62;p9"/>
            <p:cNvSpPr/>
            <p:nvPr/>
          </p:nvSpPr>
          <p:spPr>
            <a:xfrm>
              <a:off x="1685925"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63" name="Google Shape;63;p9"/>
            <p:cNvSpPr/>
            <p:nvPr/>
          </p:nvSpPr>
          <p:spPr>
            <a:xfrm>
              <a:off x="1743075" y="4763"/>
              <a:ext cx="419100" cy="522288"/>
            </a:xfrm>
            <a:custGeom>
              <a:rect b="b" l="l" r="r" t="t"/>
              <a:pathLst>
                <a:path extrusionOk="0" h="329" w="264">
                  <a:moveTo>
                    <a:pt x="252" y="329"/>
                  </a:moveTo>
                  <a:lnTo>
                    <a:pt x="45" y="120"/>
                  </a:lnTo>
                  <a:lnTo>
                    <a:pt x="0" y="6"/>
                  </a:lnTo>
                  <a:lnTo>
                    <a:pt x="15" y="0"/>
                  </a:lnTo>
                  <a:lnTo>
                    <a:pt x="60" y="111"/>
                  </a:lnTo>
                  <a:lnTo>
                    <a:pt x="264" y="317"/>
                  </a:lnTo>
                  <a:lnTo>
                    <a:pt x="252" y="329"/>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64" name="Google Shape;64;p9"/>
            <p:cNvSpPr/>
            <p:nvPr/>
          </p:nvSpPr>
          <p:spPr>
            <a:xfrm>
              <a:off x="2119313" y="488950"/>
              <a:ext cx="161925" cy="147638"/>
            </a:xfrm>
            <a:custGeom>
              <a:rect b="b" l="l" r="r" t="t"/>
              <a:pathLst>
                <a:path extrusionOk="0" h="31" w="34">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65" name="Google Shape;65;p9"/>
            <p:cNvSpPr/>
            <p:nvPr/>
          </p:nvSpPr>
          <p:spPr>
            <a:xfrm>
              <a:off x="952500" y="4763"/>
              <a:ext cx="152400" cy="908050"/>
            </a:xfrm>
            <a:custGeom>
              <a:rect b="b" l="l" r="r" t="t"/>
              <a:pathLst>
                <a:path extrusionOk="0" h="572" w="96">
                  <a:moveTo>
                    <a:pt x="15" y="572"/>
                  </a:moveTo>
                  <a:lnTo>
                    <a:pt x="0" y="572"/>
                  </a:lnTo>
                  <a:lnTo>
                    <a:pt x="0" y="189"/>
                  </a:lnTo>
                  <a:lnTo>
                    <a:pt x="81" y="0"/>
                  </a:lnTo>
                  <a:lnTo>
                    <a:pt x="96" y="6"/>
                  </a:lnTo>
                  <a:lnTo>
                    <a:pt x="15" y="192"/>
                  </a:lnTo>
                  <a:lnTo>
                    <a:pt x="15" y="572"/>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66" name="Google Shape;66;p9"/>
            <p:cNvSpPr/>
            <p:nvPr/>
          </p:nvSpPr>
          <p:spPr>
            <a:xfrm>
              <a:off x="866775"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67" name="Google Shape;67;p9"/>
            <p:cNvSpPr/>
            <p:nvPr/>
          </p:nvSpPr>
          <p:spPr>
            <a:xfrm>
              <a:off x="890588" y="15541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68" name="Google Shape;68;p9"/>
            <p:cNvSpPr/>
            <p:nvPr/>
          </p:nvSpPr>
          <p:spPr>
            <a:xfrm>
              <a:off x="738188" y="5622925"/>
              <a:ext cx="338138" cy="1216025"/>
            </a:xfrm>
            <a:custGeom>
              <a:rect b="b" l="l" r="r" t="t"/>
              <a:pathLst>
                <a:path extrusionOk="0" h="766" w="213">
                  <a:moveTo>
                    <a:pt x="213" y="766"/>
                  </a:moveTo>
                  <a:lnTo>
                    <a:pt x="195" y="766"/>
                  </a:lnTo>
                  <a:lnTo>
                    <a:pt x="195" y="464"/>
                  </a:lnTo>
                  <a:lnTo>
                    <a:pt x="0" y="6"/>
                  </a:lnTo>
                  <a:lnTo>
                    <a:pt x="12" y="0"/>
                  </a:lnTo>
                  <a:lnTo>
                    <a:pt x="213" y="461"/>
                  </a:lnTo>
                  <a:lnTo>
                    <a:pt x="213" y="766"/>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69" name="Google Shape;69;p9"/>
            <p:cNvSpPr/>
            <p:nvPr/>
          </p:nvSpPr>
          <p:spPr>
            <a:xfrm>
              <a:off x="647700" y="5480050"/>
              <a:ext cx="157163" cy="157163"/>
            </a:xfrm>
            <a:custGeom>
              <a:rect b="b" l="l" r="r" t="t"/>
              <a:pathLst>
                <a:path extrusionOk="0" h="33" w="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0" name="Google Shape;70;p9"/>
            <p:cNvSpPr/>
            <p:nvPr/>
          </p:nvSpPr>
          <p:spPr>
            <a:xfrm>
              <a:off x="66675" y="903288"/>
              <a:ext cx="190500" cy="190500"/>
            </a:xfrm>
            <a:custGeom>
              <a:rect b="b" l="l" r="r" t="t"/>
              <a:pathLst>
                <a:path extrusionOk="0" h="40" w="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1" name="Google Shape;71;p9"/>
            <p:cNvSpPr/>
            <p:nvPr/>
          </p:nvSpPr>
          <p:spPr>
            <a:xfrm>
              <a:off x="0" y="3897313"/>
              <a:ext cx="133350" cy="266700"/>
            </a:xfrm>
            <a:custGeom>
              <a:rect b="b" l="l" r="r" t="t"/>
              <a:pathLst>
                <a:path extrusionOk="0" h="168" w="84">
                  <a:moveTo>
                    <a:pt x="69" y="168"/>
                  </a:moveTo>
                  <a:lnTo>
                    <a:pt x="0" y="6"/>
                  </a:lnTo>
                  <a:lnTo>
                    <a:pt x="12" y="0"/>
                  </a:lnTo>
                  <a:lnTo>
                    <a:pt x="84" y="162"/>
                  </a:lnTo>
                  <a:lnTo>
                    <a:pt x="69" y="168"/>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2" name="Google Shape;72;p9"/>
            <p:cNvSpPr/>
            <p:nvPr/>
          </p:nvSpPr>
          <p:spPr>
            <a:xfrm>
              <a:off x="66675" y="414972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3" name="Google Shape;73;p9"/>
            <p:cNvSpPr/>
            <p:nvPr/>
          </p:nvSpPr>
          <p:spPr>
            <a:xfrm>
              <a:off x="0" y="1644650"/>
              <a:ext cx="133350" cy="269875"/>
            </a:xfrm>
            <a:custGeom>
              <a:rect b="b" l="l" r="r" t="t"/>
              <a:pathLst>
                <a:path extrusionOk="0" h="170" w="84">
                  <a:moveTo>
                    <a:pt x="12" y="170"/>
                  </a:moveTo>
                  <a:lnTo>
                    <a:pt x="0" y="164"/>
                  </a:lnTo>
                  <a:lnTo>
                    <a:pt x="69" y="0"/>
                  </a:lnTo>
                  <a:lnTo>
                    <a:pt x="84" y="6"/>
                  </a:lnTo>
                  <a:lnTo>
                    <a:pt x="12" y="170"/>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4" name="Google Shape;74;p9"/>
            <p:cNvSpPr/>
            <p:nvPr/>
          </p:nvSpPr>
          <p:spPr>
            <a:xfrm>
              <a:off x="66675" y="146843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5" name="Google Shape;75;p9"/>
            <p:cNvSpPr/>
            <p:nvPr/>
          </p:nvSpPr>
          <p:spPr>
            <a:xfrm>
              <a:off x="695325" y="4763"/>
              <a:ext cx="309563" cy="1558925"/>
            </a:xfrm>
            <a:custGeom>
              <a:rect b="b" l="l" r="r" t="t"/>
              <a:pathLst>
                <a:path extrusionOk="0" h="982" w="195">
                  <a:moveTo>
                    <a:pt x="195" y="982"/>
                  </a:moveTo>
                  <a:lnTo>
                    <a:pt x="177" y="982"/>
                  </a:lnTo>
                  <a:lnTo>
                    <a:pt x="177" y="805"/>
                  </a:lnTo>
                  <a:lnTo>
                    <a:pt x="0" y="629"/>
                  </a:lnTo>
                  <a:lnTo>
                    <a:pt x="0" y="0"/>
                  </a:lnTo>
                  <a:lnTo>
                    <a:pt x="18" y="0"/>
                  </a:lnTo>
                  <a:lnTo>
                    <a:pt x="18" y="623"/>
                  </a:lnTo>
                  <a:lnTo>
                    <a:pt x="195" y="796"/>
                  </a:lnTo>
                  <a:lnTo>
                    <a:pt x="195" y="982"/>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6" name="Google Shape;76;p9"/>
            <p:cNvSpPr/>
            <p:nvPr/>
          </p:nvSpPr>
          <p:spPr>
            <a:xfrm>
              <a:off x="57150" y="488156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7" name="Google Shape;77;p9"/>
            <p:cNvSpPr/>
            <p:nvPr/>
          </p:nvSpPr>
          <p:spPr>
            <a:xfrm>
              <a:off x="138113" y="5060950"/>
              <a:ext cx="304800" cy="1778000"/>
            </a:xfrm>
            <a:custGeom>
              <a:rect b="b" l="l" r="r" t="t"/>
              <a:pathLst>
                <a:path extrusionOk="0" h="1120" w="192">
                  <a:moveTo>
                    <a:pt x="192" y="1120"/>
                  </a:moveTo>
                  <a:lnTo>
                    <a:pt x="177" y="1120"/>
                  </a:lnTo>
                  <a:lnTo>
                    <a:pt x="177" y="360"/>
                  </a:lnTo>
                  <a:lnTo>
                    <a:pt x="0" y="183"/>
                  </a:lnTo>
                  <a:lnTo>
                    <a:pt x="0" y="0"/>
                  </a:lnTo>
                  <a:lnTo>
                    <a:pt x="15" y="0"/>
                  </a:lnTo>
                  <a:lnTo>
                    <a:pt x="15" y="177"/>
                  </a:lnTo>
                  <a:lnTo>
                    <a:pt x="192" y="354"/>
                  </a:lnTo>
                  <a:lnTo>
                    <a:pt x="192" y="1120"/>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8" name="Google Shape;78;p9"/>
            <p:cNvSpPr/>
            <p:nvPr/>
          </p:nvSpPr>
          <p:spPr>
            <a:xfrm>
              <a:off x="561975" y="643096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9" name="Google Shape;79;p9"/>
            <p:cNvSpPr/>
            <p:nvPr/>
          </p:nvSpPr>
          <p:spPr>
            <a:xfrm>
              <a:off x="642938" y="6610350"/>
              <a:ext cx="23700" cy="243000"/>
            </a:xfrm>
            <a:prstGeom prst="rect">
              <a:avLst/>
            </a:pr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80" name="Google Shape;80;p9"/>
            <p:cNvSpPr/>
            <p:nvPr/>
          </p:nvSpPr>
          <p:spPr>
            <a:xfrm>
              <a:off x="76200" y="6430963"/>
              <a:ext cx="190500" cy="188913"/>
            </a:xfrm>
            <a:custGeom>
              <a:rect b="b" l="l" r="r" t="t"/>
              <a:pathLst>
                <a:path extrusionOk="0" h="40" w="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81" name="Google Shape;81;p9"/>
            <p:cNvSpPr/>
            <p:nvPr/>
          </p:nvSpPr>
          <p:spPr>
            <a:xfrm>
              <a:off x="0" y="5978525"/>
              <a:ext cx="190500" cy="461963"/>
            </a:xfrm>
            <a:custGeom>
              <a:rect b="b" l="l" r="r" t="t"/>
              <a:pathLst>
                <a:path extrusionOk="0" h="291" w="120">
                  <a:moveTo>
                    <a:pt x="120" y="291"/>
                  </a:moveTo>
                  <a:lnTo>
                    <a:pt x="105" y="291"/>
                  </a:lnTo>
                  <a:lnTo>
                    <a:pt x="105" y="114"/>
                  </a:lnTo>
                  <a:lnTo>
                    <a:pt x="0" y="9"/>
                  </a:lnTo>
                  <a:lnTo>
                    <a:pt x="12" y="0"/>
                  </a:lnTo>
                  <a:lnTo>
                    <a:pt x="120" y="108"/>
                  </a:lnTo>
                  <a:lnTo>
                    <a:pt x="120" y="291"/>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82" name="Google Shape;82;p9"/>
            <p:cNvSpPr/>
            <p:nvPr/>
          </p:nvSpPr>
          <p:spPr>
            <a:xfrm>
              <a:off x="1014413" y="1801813"/>
              <a:ext cx="214313" cy="755650"/>
            </a:xfrm>
            <a:custGeom>
              <a:rect b="b" l="l" r="r" t="t"/>
              <a:pathLst>
                <a:path extrusionOk="0" h="476" w="135">
                  <a:moveTo>
                    <a:pt x="12" y="476"/>
                  </a:moveTo>
                  <a:lnTo>
                    <a:pt x="0" y="476"/>
                  </a:lnTo>
                  <a:lnTo>
                    <a:pt x="0" y="128"/>
                  </a:lnTo>
                  <a:lnTo>
                    <a:pt x="126" y="0"/>
                  </a:lnTo>
                  <a:lnTo>
                    <a:pt x="135" y="9"/>
                  </a:lnTo>
                  <a:lnTo>
                    <a:pt x="12" y="131"/>
                  </a:lnTo>
                  <a:lnTo>
                    <a:pt x="12" y="476"/>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83" name="Google Shape;83;p9"/>
            <p:cNvSpPr/>
            <p:nvPr/>
          </p:nvSpPr>
          <p:spPr>
            <a:xfrm>
              <a:off x="938213" y="2547938"/>
              <a:ext cx="166688" cy="160338"/>
            </a:xfrm>
            <a:custGeom>
              <a:rect b="b" l="l" r="r" t="t"/>
              <a:pathLst>
                <a:path extrusionOk="0" h="34" w="35">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84" name="Google Shape;84;p9"/>
            <p:cNvSpPr/>
            <p:nvPr/>
          </p:nvSpPr>
          <p:spPr>
            <a:xfrm>
              <a:off x="595313" y="4763"/>
              <a:ext cx="638175" cy="4025900"/>
            </a:xfrm>
            <a:custGeom>
              <a:rect b="b" l="l" r="r" t="t"/>
              <a:pathLst>
                <a:path extrusionOk="0" h="2536" w="402">
                  <a:moveTo>
                    <a:pt x="402" y="2536"/>
                  </a:moveTo>
                  <a:lnTo>
                    <a:pt x="387" y="2536"/>
                  </a:lnTo>
                  <a:lnTo>
                    <a:pt x="387" y="2311"/>
                  </a:lnTo>
                  <a:lnTo>
                    <a:pt x="0" y="1925"/>
                  </a:lnTo>
                  <a:lnTo>
                    <a:pt x="0" y="0"/>
                  </a:lnTo>
                  <a:lnTo>
                    <a:pt x="15" y="0"/>
                  </a:lnTo>
                  <a:lnTo>
                    <a:pt x="15" y="1916"/>
                  </a:lnTo>
                  <a:lnTo>
                    <a:pt x="402" y="2302"/>
                  </a:lnTo>
                  <a:lnTo>
                    <a:pt x="402" y="2536"/>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85" name="Google Shape;85;p9"/>
            <p:cNvSpPr/>
            <p:nvPr/>
          </p:nvSpPr>
          <p:spPr>
            <a:xfrm>
              <a:off x="1223963" y="1382713"/>
              <a:ext cx="142875" cy="476250"/>
            </a:xfrm>
            <a:custGeom>
              <a:rect b="b" l="l" r="r" t="t"/>
              <a:pathLst>
                <a:path extrusionOk="0" h="300" w="90">
                  <a:moveTo>
                    <a:pt x="90" y="300"/>
                  </a:moveTo>
                  <a:lnTo>
                    <a:pt x="78" y="300"/>
                  </a:lnTo>
                  <a:lnTo>
                    <a:pt x="78" y="84"/>
                  </a:lnTo>
                  <a:lnTo>
                    <a:pt x="0" y="9"/>
                  </a:lnTo>
                  <a:lnTo>
                    <a:pt x="9" y="0"/>
                  </a:lnTo>
                  <a:lnTo>
                    <a:pt x="90" y="81"/>
                  </a:lnTo>
                  <a:lnTo>
                    <a:pt x="90" y="300"/>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86" name="Google Shape;86;p9"/>
            <p:cNvSpPr/>
            <p:nvPr/>
          </p:nvSpPr>
          <p:spPr>
            <a:xfrm>
              <a:off x="1300163" y="1849438"/>
              <a:ext cx="109538" cy="107950"/>
            </a:xfrm>
            <a:custGeom>
              <a:rect b="b" l="l" r="r" t="t"/>
              <a:pathLst>
                <a:path extrusionOk="0" h="23" w="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87" name="Google Shape;87;p9"/>
            <p:cNvSpPr/>
            <p:nvPr/>
          </p:nvSpPr>
          <p:spPr>
            <a:xfrm>
              <a:off x="280988" y="3417888"/>
              <a:ext cx="142875" cy="474663"/>
            </a:xfrm>
            <a:custGeom>
              <a:rect b="b" l="l" r="r" t="t"/>
              <a:pathLst>
                <a:path extrusionOk="0" h="299" w="90">
                  <a:moveTo>
                    <a:pt x="12" y="299"/>
                  </a:moveTo>
                  <a:lnTo>
                    <a:pt x="0" y="299"/>
                  </a:lnTo>
                  <a:lnTo>
                    <a:pt x="0" y="80"/>
                  </a:lnTo>
                  <a:lnTo>
                    <a:pt x="81" y="0"/>
                  </a:lnTo>
                  <a:lnTo>
                    <a:pt x="90" y="8"/>
                  </a:lnTo>
                  <a:lnTo>
                    <a:pt x="12" y="83"/>
                  </a:lnTo>
                  <a:lnTo>
                    <a:pt x="12" y="299"/>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88" name="Google Shape;88;p9"/>
            <p:cNvSpPr/>
            <p:nvPr/>
          </p:nvSpPr>
          <p:spPr>
            <a:xfrm>
              <a:off x="238125" y="3883025"/>
              <a:ext cx="109538" cy="109538"/>
            </a:xfrm>
            <a:custGeom>
              <a:rect b="b" l="l" r="r" t="t"/>
              <a:pathLst>
                <a:path extrusionOk="0" h="23" w="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89" name="Google Shape;89;p9"/>
            <p:cNvSpPr/>
            <p:nvPr/>
          </p:nvSpPr>
          <p:spPr>
            <a:xfrm>
              <a:off x="4763" y="2166938"/>
              <a:ext cx="114300" cy="452438"/>
            </a:xfrm>
            <a:custGeom>
              <a:rect b="b" l="l" r="r" t="t"/>
              <a:pathLst>
                <a:path extrusionOk="0" h="285" w="72">
                  <a:moveTo>
                    <a:pt x="6" y="285"/>
                  </a:moveTo>
                  <a:lnTo>
                    <a:pt x="0" y="276"/>
                  </a:lnTo>
                  <a:lnTo>
                    <a:pt x="60" y="216"/>
                  </a:lnTo>
                  <a:lnTo>
                    <a:pt x="60" y="0"/>
                  </a:lnTo>
                  <a:lnTo>
                    <a:pt x="72" y="0"/>
                  </a:lnTo>
                  <a:lnTo>
                    <a:pt x="72" y="222"/>
                  </a:lnTo>
                  <a:lnTo>
                    <a:pt x="6" y="285"/>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90" name="Google Shape;90;p9"/>
            <p:cNvSpPr/>
            <p:nvPr/>
          </p:nvSpPr>
          <p:spPr>
            <a:xfrm>
              <a:off x="52388" y="2066925"/>
              <a:ext cx="109538" cy="109538"/>
            </a:xfrm>
            <a:custGeom>
              <a:rect b="b" l="l" r="r" t="t"/>
              <a:pathLst>
                <a:path extrusionOk="0" h="23" w="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91" name="Google Shape;91;p9"/>
            <p:cNvSpPr/>
            <p:nvPr/>
          </p:nvSpPr>
          <p:spPr>
            <a:xfrm>
              <a:off x="1228725" y="4662488"/>
              <a:ext cx="23700" cy="2181300"/>
            </a:xfrm>
            <a:prstGeom prst="rect">
              <a:avLst/>
            </a:pr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92" name="Google Shape;92;p9"/>
            <p:cNvSpPr/>
            <p:nvPr/>
          </p:nvSpPr>
          <p:spPr>
            <a:xfrm>
              <a:off x="1319213" y="5041900"/>
              <a:ext cx="371475" cy="1801813"/>
            </a:xfrm>
            <a:custGeom>
              <a:rect b="b" l="l" r="r" t="t"/>
              <a:pathLst>
                <a:path extrusionOk="0" h="1135" w="234">
                  <a:moveTo>
                    <a:pt x="15" y="1135"/>
                  </a:moveTo>
                  <a:lnTo>
                    <a:pt x="0" y="1135"/>
                  </a:lnTo>
                  <a:lnTo>
                    <a:pt x="0" y="515"/>
                  </a:lnTo>
                  <a:lnTo>
                    <a:pt x="0" y="512"/>
                  </a:lnTo>
                  <a:lnTo>
                    <a:pt x="219" y="0"/>
                  </a:lnTo>
                  <a:lnTo>
                    <a:pt x="234" y="6"/>
                  </a:lnTo>
                  <a:lnTo>
                    <a:pt x="15" y="518"/>
                  </a:lnTo>
                  <a:lnTo>
                    <a:pt x="15" y="1135"/>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93" name="Google Shape;93;p9"/>
            <p:cNvSpPr/>
            <p:nvPr/>
          </p:nvSpPr>
          <p:spPr>
            <a:xfrm>
              <a:off x="1147763"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94" name="Google Shape;94;p9"/>
            <p:cNvSpPr/>
            <p:nvPr/>
          </p:nvSpPr>
          <p:spPr>
            <a:xfrm>
              <a:off x="819150" y="3983038"/>
              <a:ext cx="347663" cy="2860675"/>
            </a:xfrm>
            <a:custGeom>
              <a:rect b="b" l="l" r="r" t="t"/>
              <a:pathLst>
                <a:path extrusionOk="0" h="1802" w="219">
                  <a:moveTo>
                    <a:pt x="219" y="1802"/>
                  </a:moveTo>
                  <a:lnTo>
                    <a:pt x="201" y="1802"/>
                  </a:lnTo>
                  <a:lnTo>
                    <a:pt x="201" y="1185"/>
                  </a:lnTo>
                  <a:lnTo>
                    <a:pt x="0" y="3"/>
                  </a:lnTo>
                  <a:lnTo>
                    <a:pt x="15" y="0"/>
                  </a:lnTo>
                  <a:lnTo>
                    <a:pt x="219" y="1185"/>
                  </a:lnTo>
                  <a:lnTo>
                    <a:pt x="219" y="1802"/>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95" name="Google Shape;95;p9"/>
            <p:cNvSpPr/>
            <p:nvPr/>
          </p:nvSpPr>
          <p:spPr>
            <a:xfrm>
              <a:off x="728663" y="3806825"/>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96" name="Google Shape;96;p9"/>
            <p:cNvSpPr/>
            <p:nvPr/>
          </p:nvSpPr>
          <p:spPr>
            <a:xfrm>
              <a:off x="1624013" y="48672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97" name="Google Shape;97;p9"/>
            <p:cNvSpPr/>
            <p:nvPr/>
          </p:nvSpPr>
          <p:spPr>
            <a:xfrm>
              <a:off x="1404938" y="5422900"/>
              <a:ext cx="371475" cy="1425575"/>
            </a:xfrm>
            <a:custGeom>
              <a:rect b="b" l="l" r="r" t="t"/>
              <a:pathLst>
                <a:path extrusionOk="0" h="898" w="234">
                  <a:moveTo>
                    <a:pt x="18" y="898"/>
                  </a:moveTo>
                  <a:lnTo>
                    <a:pt x="0" y="898"/>
                  </a:lnTo>
                  <a:lnTo>
                    <a:pt x="0" y="515"/>
                  </a:lnTo>
                  <a:lnTo>
                    <a:pt x="0" y="512"/>
                  </a:lnTo>
                  <a:lnTo>
                    <a:pt x="222" y="0"/>
                  </a:lnTo>
                  <a:lnTo>
                    <a:pt x="234" y="6"/>
                  </a:lnTo>
                  <a:lnTo>
                    <a:pt x="18" y="518"/>
                  </a:lnTo>
                  <a:lnTo>
                    <a:pt x="18" y="898"/>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98" name="Google Shape;98;p9"/>
            <p:cNvSpPr/>
            <p:nvPr/>
          </p:nvSpPr>
          <p:spPr>
            <a:xfrm>
              <a:off x="1666875" y="5945188"/>
              <a:ext cx="152400" cy="912813"/>
            </a:xfrm>
            <a:custGeom>
              <a:rect b="b" l="l" r="r" t="t"/>
              <a:pathLst>
                <a:path extrusionOk="0" h="575" w="96">
                  <a:moveTo>
                    <a:pt x="15" y="575"/>
                  </a:moveTo>
                  <a:lnTo>
                    <a:pt x="0" y="569"/>
                  </a:lnTo>
                  <a:lnTo>
                    <a:pt x="81" y="383"/>
                  </a:lnTo>
                  <a:lnTo>
                    <a:pt x="81" y="0"/>
                  </a:lnTo>
                  <a:lnTo>
                    <a:pt x="96" y="0"/>
                  </a:lnTo>
                  <a:lnTo>
                    <a:pt x="96" y="386"/>
                  </a:lnTo>
                  <a:lnTo>
                    <a:pt x="15" y="575"/>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99" name="Google Shape;99;p9"/>
            <p:cNvSpPr/>
            <p:nvPr/>
          </p:nvSpPr>
          <p:spPr>
            <a:xfrm>
              <a:off x="1709738" y="52466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00" name="Google Shape;100;p9"/>
            <p:cNvSpPr/>
            <p:nvPr/>
          </p:nvSpPr>
          <p:spPr>
            <a:xfrm>
              <a:off x="1709738" y="57642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01" name="Google Shape;101;p9"/>
            <p:cNvSpPr/>
            <p:nvPr/>
          </p:nvSpPr>
          <p:spPr>
            <a:xfrm>
              <a:off x="1766888" y="6330950"/>
              <a:ext cx="419100" cy="527050"/>
            </a:xfrm>
            <a:custGeom>
              <a:rect b="b" l="l" r="r" t="t"/>
              <a:pathLst>
                <a:path extrusionOk="0" h="332" w="264">
                  <a:moveTo>
                    <a:pt x="12" y="332"/>
                  </a:moveTo>
                  <a:lnTo>
                    <a:pt x="0" y="326"/>
                  </a:lnTo>
                  <a:lnTo>
                    <a:pt x="45" y="206"/>
                  </a:lnTo>
                  <a:lnTo>
                    <a:pt x="255" y="0"/>
                  </a:lnTo>
                  <a:lnTo>
                    <a:pt x="264" y="12"/>
                  </a:lnTo>
                  <a:lnTo>
                    <a:pt x="60" y="215"/>
                  </a:lnTo>
                  <a:lnTo>
                    <a:pt x="12" y="332"/>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02" name="Google Shape;102;p9"/>
            <p:cNvSpPr/>
            <p:nvPr/>
          </p:nvSpPr>
          <p:spPr>
            <a:xfrm>
              <a:off x="2147888" y="6221413"/>
              <a:ext cx="157163" cy="147638"/>
            </a:xfrm>
            <a:custGeom>
              <a:rect b="b" l="l" r="r" t="t"/>
              <a:pathLst>
                <a:path extrusionOk="0" h="31" w="33">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03" name="Google Shape;103;p9"/>
            <p:cNvSpPr/>
            <p:nvPr/>
          </p:nvSpPr>
          <p:spPr>
            <a:xfrm>
              <a:off x="504825" y="9525"/>
              <a:ext cx="233363" cy="5103813"/>
            </a:xfrm>
            <a:custGeom>
              <a:rect b="b" l="l" r="r" t="t"/>
              <a:pathLst>
                <a:path extrusionOk="0" h="3215" w="147">
                  <a:moveTo>
                    <a:pt x="132" y="3215"/>
                  </a:moveTo>
                  <a:lnTo>
                    <a:pt x="129" y="2754"/>
                  </a:lnTo>
                  <a:lnTo>
                    <a:pt x="0" y="1901"/>
                  </a:lnTo>
                  <a:lnTo>
                    <a:pt x="0" y="0"/>
                  </a:lnTo>
                  <a:lnTo>
                    <a:pt x="15" y="0"/>
                  </a:lnTo>
                  <a:lnTo>
                    <a:pt x="15" y="1898"/>
                  </a:lnTo>
                  <a:lnTo>
                    <a:pt x="144" y="2754"/>
                  </a:lnTo>
                  <a:lnTo>
                    <a:pt x="147" y="3215"/>
                  </a:lnTo>
                  <a:lnTo>
                    <a:pt x="132" y="3215"/>
                  </a:ln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04" name="Google Shape;104;p9"/>
            <p:cNvSpPr/>
            <p:nvPr/>
          </p:nvSpPr>
          <p:spPr>
            <a:xfrm>
              <a:off x="633413" y="5103813"/>
              <a:ext cx="185738" cy="185738"/>
            </a:xfrm>
            <a:custGeom>
              <a:rect b="b" l="l" r="r" t="t"/>
              <a:pathLst>
                <a:path extrusionOk="0" h="39" w="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adFill>
              <a:gsLst>
                <a:gs pos="0">
                  <a:schemeClr val="lt2"/>
                </a:gs>
                <a:gs pos="100000">
                  <a:srgbClr val="65747C"/>
                </a:gs>
              </a:gsLst>
              <a:lin ang="5400012"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grpSp>
      <p:sp>
        <p:nvSpPr>
          <p:cNvPr id="105" name="Google Shape;105;p9"/>
          <p:cNvSpPr txBox="1"/>
          <p:nvPr>
            <p:ph type="ctrTitle"/>
          </p:nvPr>
        </p:nvSpPr>
        <p:spPr>
          <a:xfrm>
            <a:off x="1876424" y="1122363"/>
            <a:ext cx="8791500" cy="2387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Twentieth Century"/>
              <a:buNone/>
              <a:defRPr sz="4800"/>
            </a:lvl1pPr>
            <a:lvl2pPr lvl="1">
              <a:spcBef>
                <a:spcPts val="0"/>
              </a:spcBef>
              <a:spcAft>
                <a:spcPts val="0"/>
              </a:spcAft>
              <a:buSzPts val="1900"/>
              <a:buNone/>
              <a:defRPr/>
            </a:lvl2pPr>
            <a:lvl3pPr lvl="2">
              <a:spcBef>
                <a:spcPts val="0"/>
              </a:spcBef>
              <a:spcAft>
                <a:spcPts val="0"/>
              </a:spcAft>
              <a:buSzPts val="1900"/>
              <a:buNone/>
              <a:defRPr/>
            </a:lvl3pPr>
            <a:lvl4pPr lvl="3">
              <a:spcBef>
                <a:spcPts val="0"/>
              </a:spcBef>
              <a:spcAft>
                <a:spcPts val="0"/>
              </a:spcAft>
              <a:buSzPts val="1900"/>
              <a:buNone/>
              <a:defRPr/>
            </a:lvl4pPr>
            <a:lvl5pPr lvl="4">
              <a:spcBef>
                <a:spcPts val="0"/>
              </a:spcBef>
              <a:spcAft>
                <a:spcPts val="0"/>
              </a:spcAft>
              <a:buSzPts val="1900"/>
              <a:buNone/>
              <a:defRPr/>
            </a:lvl5pPr>
            <a:lvl6pPr lvl="5">
              <a:spcBef>
                <a:spcPts val="0"/>
              </a:spcBef>
              <a:spcAft>
                <a:spcPts val="0"/>
              </a:spcAft>
              <a:buSzPts val="1900"/>
              <a:buNone/>
              <a:defRPr/>
            </a:lvl6pPr>
            <a:lvl7pPr lvl="6">
              <a:spcBef>
                <a:spcPts val="0"/>
              </a:spcBef>
              <a:spcAft>
                <a:spcPts val="0"/>
              </a:spcAft>
              <a:buSzPts val="1900"/>
              <a:buNone/>
              <a:defRPr/>
            </a:lvl7pPr>
            <a:lvl8pPr lvl="7">
              <a:spcBef>
                <a:spcPts val="0"/>
              </a:spcBef>
              <a:spcAft>
                <a:spcPts val="0"/>
              </a:spcAft>
              <a:buSzPts val="1900"/>
              <a:buNone/>
              <a:defRPr/>
            </a:lvl8pPr>
            <a:lvl9pPr lvl="8">
              <a:spcBef>
                <a:spcPts val="0"/>
              </a:spcBef>
              <a:spcAft>
                <a:spcPts val="0"/>
              </a:spcAft>
              <a:buSzPts val="1900"/>
              <a:buNone/>
              <a:defRPr/>
            </a:lvl9pPr>
          </a:lstStyle>
          <a:p/>
        </p:txBody>
      </p:sp>
      <p:sp>
        <p:nvSpPr>
          <p:cNvPr id="106" name="Google Shape;106;p9"/>
          <p:cNvSpPr txBox="1"/>
          <p:nvPr>
            <p:ph idx="1" type="subTitle"/>
          </p:nvPr>
        </p:nvSpPr>
        <p:spPr>
          <a:xfrm>
            <a:off x="1876424" y="3602038"/>
            <a:ext cx="8791500" cy="1655700"/>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lt2"/>
              </a:buClr>
              <a:buSzPts val="2500"/>
              <a:buNone/>
              <a:defRPr sz="2000" cap="none">
                <a:solidFill>
                  <a:schemeClr val="lt2"/>
                </a:solidFill>
              </a:defRPr>
            </a:lvl1pPr>
            <a:lvl2pPr lvl="1" algn="ctr">
              <a:lnSpc>
                <a:spcPct val="120000"/>
              </a:lnSpc>
              <a:spcBef>
                <a:spcPts val="500"/>
              </a:spcBef>
              <a:spcAft>
                <a:spcPts val="0"/>
              </a:spcAft>
              <a:buClr>
                <a:schemeClr val="lt1"/>
              </a:buClr>
              <a:buSzPts val="2500"/>
              <a:buNone/>
              <a:defRPr sz="2000"/>
            </a:lvl2pPr>
            <a:lvl3pPr lvl="2" algn="ctr">
              <a:lnSpc>
                <a:spcPct val="120000"/>
              </a:lnSpc>
              <a:spcBef>
                <a:spcPts val="500"/>
              </a:spcBef>
              <a:spcAft>
                <a:spcPts val="0"/>
              </a:spcAft>
              <a:buClr>
                <a:schemeClr val="lt1"/>
              </a:buClr>
              <a:buSzPts val="2250"/>
              <a:buNone/>
              <a:defRPr sz="1800"/>
            </a:lvl3pPr>
            <a:lvl4pPr lvl="3" algn="ctr">
              <a:lnSpc>
                <a:spcPct val="120000"/>
              </a:lnSpc>
              <a:spcBef>
                <a:spcPts val="500"/>
              </a:spcBef>
              <a:spcAft>
                <a:spcPts val="0"/>
              </a:spcAft>
              <a:buClr>
                <a:schemeClr val="lt1"/>
              </a:buClr>
              <a:buSzPts val="2000"/>
              <a:buNone/>
              <a:defRPr sz="1600"/>
            </a:lvl4pPr>
            <a:lvl5pPr lvl="4" algn="ctr">
              <a:lnSpc>
                <a:spcPct val="120000"/>
              </a:lnSpc>
              <a:spcBef>
                <a:spcPts val="500"/>
              </a:spcBef>
              <a:spcAft>
                <a:spcPts val="0"/>
              </a:spcAft>
              <a:buClr>
                <a:schemeClr val="lt1"/>
              </a:buClr>
              <a:buSzPts val="2000"/>
              <a:buNone/>
              <a:defRPr sz="1600"/>
            </a:lvl5pPr>
            <a:lvl6pPr lvl="5" algn="ctr">
              <a:lnSpc>
                <a:spcPct val="120000"/>
              </a:lnSpc>
              <a:spcBef>
                <a:spcPts val="500"/>
              </a:spcBef>
              <a:spcAft>
                <a:spcPts val="0"/>
              </a:spcAft>
              <a:buClr>
                <a:schemeClr val="lt1"/>
              </a:buClr>
              <a:buSzPts val="2000"/>
              <a:buNone/>
              <a:defRPr sz="1600"/>
            </a:lvl6pPr>
            <a:lvl7pPr lvl="6" algn="ctr">
              <a:lnSpc>
                <a:spcPct val="120000"/>
              </a:lnSpc>
              <a:spcBef>
                <a:spcPts val="500"/>
              </a:spcBef>
              <a:spcAft>
                <a:spcPts val="0"/>
              </a:spcAft>
              <a:buClr>
                <a:schemeClr val="lt1"/>
              </a:buClr>
              <a:buSzPts val="2000"/>
              <a:buNone/>
              <a:defRPr sz="1600"/>
            </a:lvl7pPr>
            <a:lvl8pPr lvl="7" algn="ctr">
              <a:lnSpc>
                <a:spcPct val="120000"/>
              </a:lnSpc>
              <a:spcBef>
                <a:spcPts val="500"/>
              </a:spcBef>
              <a:spcAft>
                <a:spcPts val="0"/>
              </a:spcAft>
              <a:buClr>
                <a:schemeClr val="lt1"/>
              </a:buClr>
              <a:buSzPts val="2000"/>
              <a:buNone/>
              <a:defRPr sz="1600"/>
            </a:lvl8pPr>
            <a:lvl9pPr lvl="8" algn="ctr">
              <a:lnSpc>
                <a:spcPct val="120000"/>
              </a:lnSpc>
              <a:spcBef>
                <a:spcPts val="500"/>
              </a:spcBef>
              <a:spcAft>
                <a:spcPts val="0"/>
              </a:spcAft>
              <a:buClr>
                <a:schemeClr val="lt1"/>
              </a:buClr>
              <a:buSzPts val="2000"/>
              <a:buNone/>
              <a:defRPr sz="1600"/>
            </a:lvl9pPr>
          </a:lstStyle>
          <a:p/>
        </p:txBody>
      </p:sp>
      <p:sp>
        <p:nvSpPr>
          <p:cNvPr id="107" name="Google Shape;107;p9"/>
          <p:cNvSpPr txBox="1"/>
          <p:nvPr>
            <p:ph idx="10" type="dt"/>
          </p:nvPr>
        </p:nvSpPr>
        <p:spPr>
          <a:xfrm>
            <a:off x="7077511" y="5410201"/>
            <a:ext cx="27432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9"/>
          <p:cNvSpPr txBox="1"/>
          <p:nvPr>
            <p:ph idx="11" type="ftr"/>
          </p:nvPr>
        </p:nvSpPr>
        <p:spPr>
          <a:xfrm>
            <a:off x="1876424" y="5410201"/>
            <a:ext cx="5124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9"/>
          <p:cNvSpPr txBox="1"/>
          <p:nvPr>
            <p:ph idx="12" type="sldNum"/>
          </p:nvPr>
        </p:nvSpPr>
        <p:spPr>
          <a:xfrm>
            <a:off x="9896911" y="5410199"/>
            <a:ext cx="771000" cy="338700"/>
          </a:xfrm>
          <a:prstGeom prst="rect">
            <a:avLst/>
          </a:prstGeom>
          <a:noFill/>
          <a:ln>
            <a:noFill/>
          </a:ln>
        </p:spPr>
        <p:txBody>
          <a:bodyPr anchorCtr="0" anchor="ctr" bIns="45700" lIns="91425" spcFirstLastPara="1" rIns="91425" wrap="square" tIns="4570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0" name="Shape 110"/>
        <p:cNvGrpSpPr/>
        <p:nvPr/>
      </p:nvGrpSpPr>
      <p:grpSpPr>
        <a:xfrm>
          <a:off x="0" y="0"/>
          <a:ext cx="0" cy="0"/>
          <a:chOff x="0" y="0"/>
          <a:chExt cx="0" cy="0"/>
        </a:xfrm>
      </p:grpSpPr>
      <p:sp>
        <p:nvSpPr>
          <p:cNvPr id="111" name="Google Shape;111;p10"/>
          <p:cNvSpPr txBox="1"/>
          <p:nvPr>
            <p:ph type="title"/>
          </p:nvPr>
        </p:nvSpPr>
        <p:spPr>
          <a:xfrm>
            <a:off x="1141413" y="618518"/>
            <a:ext cx="9906000" cy="1478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900"/>
              <a:buNone/>
              <a:defRPr/>
            </a:lvl2pPr>
            <a:lvl3pPr lvl="2">
              <a:spcBef>
                <a:spcPts val="0"/>
              </a:spcBef>
              <a:spcAft>
                <a:spcPts val="0"/>
              </a:spcAft>
              <a:buSzPts val="1900"/>
              <a:buNone/>
              <a:defRPr/>
            </a:lvl3pPr>
            <a:lvl4pPr lvl="3">
              <a:spcBef>
                <a:spcPts val="0"/>
              </a:spcBef>
              <a:spcAft>
                <a:spcPts val="0"/>
              </a:spcAft>
              <a:buSzPts val="1900"/>
              <a:buNone/>
              <a:defRPr/>
            </a:lvl4pPr>
            <a:lvl5pPr lvl="4">
              <a:spcBef>
                <a:spcPts val="0"/>
              </a:spcBef>
              <a:spcAft>
                <a:spcPts val="0"/>
              </a:spcAft>
              <a:buSzPts val="1900"/>
              <a:buNone/>
              <a:defRPr/>
            </a:lvl5pPr>
            <a:lvl6pPr lvl="5">
              <a:spcBef>
                <a:spcPts val="0"/>
              </a:spcBef>
              <a:spcAft>
                <a:spcPts val="0"/>
              </a:spcAft>
              <a:buSzPts val="1900"/>
              <a:buNone/>
              <a:defRPr/>
            </a:lvl6pPr>
            <a:lvl7pPr lvl="6">
              <a:spcBef>
                <a:spcPts val="0"/>
              </a:spcBef>
              <a:spcAft>
                <a:spcPts val="0"/>
              </a:spcAft>
              <a:buSzPts val="1900"/>
              <a:buNone/>
              <a:defRPr/>
            </a:lvl7pPr>
            <a:lvl8pPr lvl="7">
              <a:spcBef>
                <a:spcPts val="0"/>
              </a:spcBef>
              <a:spcAft>
                <a:spcPts val="0"/>
              </a:spcAft>
              <a:buSzPts val="1900"/>
              <a:buNone/>
              <a:defRPr/>
            </a:lvl8pPr>
            <a:lvl9pPr lvl="8">
              <a:spcBef>
                <a:spcPts val="0"/>
              </a:spcBef>
              <a:spcAft>
                <a:spcPts val="0"/>
              </a:spcAft>
              <a:buSzPts val="1900"/>
              <a:buNone/>
              <a:defRPr/>
            </a:lvl9pPr>
          </a:lstStyle>
          <a:p/>
        </p:txBody>
      </p:sp>
      <p:sp>
        <p:nvSpPr>
          <p:cNvPr id="112" name="Google Shape;112;p10"/>
          <p:cNvSpPr txBox="1"/>
          <p:nvPr>
            <p:ph idx="1" type="body"/>
          </p:nvPr>
        </p:nvSpPr>
        <p:spPr>
          <a:xfrm>
            <a:off x="1141412" y="2249487"/>
            <a:ext cx="9906000" cy="35418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2250"/>
              <a:buNone/>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113" name="Google Shape;113;p10"/>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0"/>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0"/>
          <p:cNvSpPr txBox="1"/>
          <p:nvPr>
            <p:ph idx="12" type="sldNum"/>
          </p:nvPr>
        </p:nvSpPr>
        <p:spPr>
          <a:xfrm>
            <a:off x="10276321" y="5883274"/>
            <a:ext cx="771000" cy="338700"/>
          </a:xfrm>
          <a:prstGeom prst="rect">
            <a:avLst/>
          </a:prstGeom>
          <a:noFill/>
          <a:ln>
            <a:noFill/>
          </a:ln>
        </p:spPr>
        <p:txBody>
          <a:bodyPr anchorCtr="0" anchor="ctr" bIns="45700" lIns="91425" spcFirstLastPara="1" rIns="91425" wrap="square" tIns="4570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6" name="Shape 116"/>
        <p:cNvGrpSpPr/>
        <p:nvPr/>
      </p:nvGrpSpPr>
      <p:grpSpPr>
        <a:xfrm>
          <a:off x="0" y="0"/>
          <a:ext cx="0" cy="0"/>
          <a:chOff x="0" y="0"/>
          <a:chExt cx="0" cy="0"/>
        </a:xfrm>
      </p:grpSpPr>
      <p:sp>
        <p:nvSpPr>
          <p:cNvPr id="117" name="Google Shape;117;p11"/>
          <p:cNvSpPr txBox="1"/>
          <p:nvPr>
            <p:ph type="title"/>
          </p:nvPr>
        </p:nvSpPr>
        <p:spPr>
          <a:xfrm>
            <a:off x="1141413" y="618518"/>
            <a:ext cx="9906000" cy="1478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900"/>
              <a:buNone/>
              <a:defRPr/>
            </a:lvl2pPr>
            <a:lvl3pPr lvl="2">
              <a:spcBef>
                <a:spcPts val="0"/>
              </a:spcBef>
              <a:spcAft>
                <a:spcPts val="0"/>
              </a:spcAft>
              <a:buSzPts val="1900"/>
              <a:buNone/>
              <a:defRPr/>
            </a:lvl3pPr>
            <a:lvl4pPr lvl="3">
              <a:spcBef>
                <a:spcPts val="0"/>
              </a:spcBef>
              <a:spcAft>
                <a:spcPts val="0"/>
              </a:spcAft>
              <a:buSzPts val="1900"/>
              <a:buNone/>
              <a:defRPr/>
            </a:lvl4pPr>
            <a:lvl5pPr lvl="4">
              <a:spcBef>
                <a:spcPts val="0"/>
              </a:spcBef>
              <a:spcAft>
                <a:spcPts val="0"/>
              </a:spcAft>
              <a:buSzPts val="1900"/>
              <a:buNone/>
              <a:defRPr/>
            </a:lvl5pPr>
            <a:lvl6pPr lvl="5">
              <a:spcBef>
                <a:spcPts val="0"/>
              </a:spcBef>
              <a:spcAft>
                <a:spcPts val="0"/>
              </a:spcAft>
              <a:buSzPts val="1900"/>
              <a:buNone/>
              <a:defRPr/>
            </a:lvl6pPr>
            <a:lvl7pPr lvl="6">
              <a:spcBef>
                <a:spcPts val="0"/>
              </a:spcBef>
              <a:spcAft>
                <a:spcPts val="0"/>
              </a:spcAft>
              <a:buSzPts val="1900"/>
              <a:buNone/>
              <a:defRPr/>
            </a:lvl7pPr>
            <a:lvl8pPr lvl="7">
              <a:spcBef>
                <a:spcPts val="0"/>
              </a:spcBef>
              <a:spcAft>
                <a:spcPts val="0"/>
              </a:spcAft>
              <a:buSzPts val="1900"/>
              <a:buNone/>
              <a:defRPr/>
            </a:lvl8pPr>
            <a:lvl9pPr lvl="8">
              <a:spcBef>
                <a:spcPts val="0"/>
              </a:spcBef>
              <a:spcAft>
                <a:spcPts val="0"/>
              </a:spcAft>
              <a:buSzPts val="1900"/>
              <a:buNone/>
              <a:defRPr/>
            </a:lvl9pPr>
          </a:lstStyle>
          <a:p/>
        </p:txBody>
      </p:sp>
      <p:sp>
        <p:nvSpPr>
          <p:cNvPr id="118" name="Google Shape;118;p11"/>
          <p:cNvSpPr txBox="1"/>
          <p:nvPr>
            <p:ph idx="1" type="body"/>
          </p:nvPr>
        </p:nvSpPr>
        <p:spPr>
          <a:xfrm>
            <a:off x="1141410" y="2249486"/>
            <a:ext cx="4878300" cy="35418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2250"/>
              <a:buNone/>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119" name="Google Shape;119;p11"/>
          <p:cNvSpPr txBox="1"/>
          <p:nvPr>
            <p:ph idx="2" type="body"/>
          </p:nvPr>
        </p:nvSpPr>
        <p:spPr>
          <a:xfrm>
            <a:off x="6172200" y="2249486"/>
            <a:ext cx="4875300" cy="35418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2250"/>
              <a:buNone/>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120" name="Google Shape;120;p11"/>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1"/>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11"/>
          <p:cNvSpPr txBox="1"/>
          <p:nvPr>
            <p:ph idx="12" type="sldNum"/>
          </p:nvPr>
        </p:nvSpPr>
        <p:spPr>
          <a:xfrm>
            <a:off x="10276321" y="5883274"/>
            <a:ext cx="771000" cy="338700"/>
          </a:xfrm>
          <a:prstGeom prst="rect">
            <a:avLst/>
          </a:prstGeom>
          <a:noFill/>
          <a:ln>
            <a:noFill/>
          </a:ln>
        </p:spPr>
        <p:txBody>
          <a:bodyPr anchorCtr="0" anchor="ctr" bIns="45700" lIns="91425" spcFirstLastPara="1" rIns="91425" wrap="square" tIns="4570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D">
  <p:cSld name="TITLE_AND_BODY_2_1_1_1_1">
    <p:spTree>
      <p:nvGrpSpPr>
        <p:cNvPr id="123" name="Shape 123"/>
        <p:cNvGrpSpPr/>
        <p:nvPr/>
      </p:nvGrpSpPr>
      <p:grpSpPr>
        <a:xfrm>
          <a:off x="0" y="0"/>
          <a:ext cx="0" cy="0"/>
          <a:chOff x="0" y="0"/>
          <a:chExt cx="0" cy="0"/>
        </a:xfrm>
      </p:grpSpPr>
      <p:sp>
        <p:nvSpPr>
          <p:cNvPr id="124" name="Google Shape;124;p12"/>
          <p:cNvSpPr/>
          <p:nvPr>
            <p:ph idx="2" type="pic"/>
          </p:nvPr>
        </p:nvSpPr>
        <p:spPr>
          <a:xfrm>
            <a:off x="296299" y="316350"/>
            <a:ext cx="4510800" cy="4510800"/>
          </a:xfrm>
          <a:prstGeom prst="roundRect">
            <a:avLst>
              <a:gd fmla="val 50000" name="adj"/>
            </a:avLst>
          </a:prstGeom>
          <a:noFill/>
          <a:ln>
            <a:noFill/>
          </a:ln>
        </p:spPr>
      </p:sp>
      <p:sp>
        <p:nvSpPr>
          <p:cNvPr id="125" name="Google Shape;125;p12"/>
          <p:cNvSpPr txBox="1"/>
          <p:nvPr>
            <p:ph type="title"/>
          </p:nvPr>
        </p:nvSpPr>
        <p:spPr>
          <a:xfrm>
            <a:off x="5151925" y="289525"/>
            <a:ext cx="3548100" cy="1093500"/>
          </a:xfrm>
          <a:prstGeom prst="rect">
            <a:avLst/>
          </a:prstGeom>
        </p:spPr>
        <p:txBody>
          <a:bodyPr anchorCtr="0" anchor="t" bIns="0" lIns="0" spcFirstLastPara="1" rIns="0" wrap="square" tIns="0">
            <a:normAutofit/>
          </a:bodyPr>
          <a:lstStyle>
            <a:lvl1pPr lvl="0">
              <a:spcBef>
                <a:spcPts val="0"/>
              </a:spcBef>
              <a:spcAft>
                <a:spcPts val="0"/>
              </a:spcAft>
              <a:buSzPts val="1900"/>
              <a:buNone/>
              <a:defRPr/>
            </a:lvl1pPr>
            <a:lvl2pPr lvl="1">
              <a:spcBef>
                <a:spcPts val="0"/>
              </a:spcBef>
              <a:spcAft>
                <a:spcPts val="0"/>
              </a:spcAft>
              <a:buSzPts val="1900"/>
              <a:buNone/>
              <a:defRPr/>
            </a:lvl2pPr>
            <a:lvl3pPr lvl="2">
              <a:spcBef>
                <a:spcPts val="0"/>
              </a:spcBef>
              <a:spcAft>
                <a:spcPts val="0"/>
              </a:spcAft>
              <a:buSzPts val="1900"/>
              <a:buNone/>
              <a:defRPr/>
            </a:lvl3pPr>
            <a:lvl4pPr lvl="3">
              <a:spcBef>
                <a:spcPts val="0"/>
              </a:spcBef>
              <a:spcAft>
                <a:spcPts val="0"/>
              </a:spcAft>
              <a:buSzPts val="1900"/>
              <a:buNone/>
              <a:defRPr/>
            </a:lvl4pPr>
            <a:lvl5pPr lvl="4">
              <a:spcBef>
                <a:spcPts val="0"/>
              </a:spcBef>
              <a:spcAft>
                <a:spcPts val="0"/>
              </a:spcAft>
              <a:buSzPts val="1900"/>
              <a:buNone/>
              <a:defRPr/>
            </a:lvl5pPr>
            <a:lvl6pPr lvl="5">
              <a:spcBef>
                <a:spcPts val="0"/>
              </a:spcBef>
              <a:spcAft>
                <a:spcPts val="0"/>
              </a:spcAft>
              <a:buSzPts val="1900"/>
              <a:buNone/>
              <a:defRPr/>
            </a:lvl6pPr>
            <a:lvl7pPr lvl="6">
              <a:spcBef>
                <a:spcPts val="0"/>
              </a:spcBef>
              <a:spcAft>
                <a:spcPts val="0"/>
              </a:spcAft>
              <a:buSzPts val="1900"/>
              <a:buNone/>
              <a:defRPr/>
            </a:lvl7pPr>
            <a:lvl8pPr lvl="7">
              <a:spcBef>
                <a:spcPts val="0"/>
              </a:spcBef>
              <a:spcAft>
                <a:spcPts val="0"/>
              </a:spcAft>
              <a:buSzPts val="1900"/>
              <a:buNone/>
              <a:defRPr/>
            </a:lvl8pPr>
            <a:lvl9pPr lvl="8">
              <a:spcBef>
                <a:spcPts val="0"/>
              </a:spcBef>
              <a:spcAft>
                <a:spcPts val="0"/>
              </a:spcAft>
              <a:buSzPts val="1900"/>
              <a:buNone/>
              <a:defRPr/>
            </a:lvl9pPr>
          </a:lstStyle>
          <a:p/>
        </p:txBody>
      </p:sp>
      <p:sp>
        <p:nvSpPr>
          <p:cNvPr id="126" name="Google Shape;126;p12"/>
          <p:cNvSpPr txBox="1"/>
          <p:nvPr>
            <p:ph idx="1" type="body"/>
          </p:nvPr>
        </p:nvSpPr>
        <p:spPr>
          <a:xfrm>
            <a:off x="5151925" y="1565671"/>
            <a:ext cx="3548100" cy="3288300"/>
          </a:xfrm>
          <a:prstGeom prst="rect">
            <a:avLst/>
          </a:prstGeom>
        </p:spPr>
        <p:txBody>
          <a:bodyPr anchorCtr="0" anchor="t" bIns="0" lIns="0" spcFirstLastPara="1" rIns="0" wrap="square" tIns="0">
            <a:normAutofit/>
          </a:bodyPr>
          <a:lstStyle>
            <a:lvl1pPr indent="-228600" lvl="0" marL="457200">
              <a:spcBef>
                <a:spcPts val="800"/>
              </a:spcBef>
              <a:spcAft>
                <a:spcPts val="0"/>
              </a:spcAft>
              <a:buSzPts val="1900"/>
              <a:buNone/>
              <a:defRPr/>
            </a:lvl1pPr>
            <a:lvl2pPr indent="-361950" lvl="1" marL="914400">
              <a:spcBef>
                <a:spcPts val="800"/>
              </a:spcBef>
              <a:spcAft>
                <a:spcPts val="0"/>
              </a:spcAft>
              <a:buSzPts val="2100"/>
              <a:buChar char="•"/>
              <a:defRPr/>
            </a:lvl2pPr>
            <a:lvl3pPr indent="-361950" lvl="2" marL="1371600">
              <a:spcBef>
                <a:spcPts val="800"/>
              </a:spcBef>
              <a:spcAft>
                <a:spcPts val="0"/>
              </a:spcAft>
              <a:buSzPts val="2100"/>
              <a:buChar char="–"/>
              <a:defRPr/>
            </a:lvl3pPr>
            <a:lvl4pPr indent="-361950" lvl="3" marL="1828800">
              <a:spcBef>
                <a:spcPts val="800"/>
              </a:spcBef>
              <a:spcAft>
                <a:spcPts val="0"/>
              </a:spcAft>
              <a:buSzPts val="2100"/>
              <a:buChar char="•"/>
              <a:defRPr/>
            </a:lvl4pPr>
            <a:lvl5pPr indent="-361950" lvl="4" marL="2286000">
              <a:spcBef>
                <a:spcPts val="800"/>
              </a:spcBef>
              <a:spcAft>
                <a:spcPts val="0"/>
              </a:spcAft>
              <a:buSzPts val="2100"/>
              <a:buChar char="–"/>
              <a:defRPr/>
            </a:lvl5pPr>
            <a:lvl6pPr indent="-400050" lvl="5" marL="2743200">
              <a:spcBef>
                <a:spcPts val="500"/>
              </a:spcBef>
              <a:spcAft>
                <a:spcPts val="0"/>
              </a:spcAft>
              <a:buSzPts val="2700"/>
              <a:buChar char="»"/>
              <a:defRPr/>
            </a:lvl6pPr>
            <a:lvl7pPr indent="-400050" lvl="6" marL="3200400">
              <a:spcBef>
                <a:spcPts val="500"/>
              </a:spcBef>
              <a:spcAft>
                <a:spcPts val="0"/>
              </a:spcAft>
              <a:buSzPts val="2700"/>
              <a:buChar char="»"/>
              <a:defRPr/>
            </a:lvl7pPr>
            <a:lvl8pPr indent="-400050" lvl="7" marL="3657600">
              <a:spcBef>
                <a:spcPts val="500"/>
              </a:spcBef>
              <a:spcAft>
                <a:spcPts val="0"/>
              </a:spcAft>
              <a:buSzPts val="2700"/>
              <a:buChar char="»"/>
              <a:defRPr/>
            </a:lvl8pPr>
            <a:lvl9pPr indent="-400050" lvl="8" marL="4114800">
              <a:spcBef>
                <a:spcPts val="500"/>
              </a:spcBef>
              <a:spcAft>
                <a:spcPts val="0"/>
              </a:spcAft>
              <a:buSzPts val="2700"/>
              <a:buChar char="»"/>
              <a:defRPr/>
            </a:lvl9pPr>
          </a:lstStyle>
          <a:p/>
        </p:txBody>
      </p:sp>
    </p:spTree>
  </p:cSld>
  <p:clrMapOvr>
    <a:masterClrMapping/>
  </p:clrMapOvr>
  <p:extLst>
    <p:ext uri="{DCECCB84-F9BA-43D5-87BE-67443E8EF086}">
      <p15:sldGuideLst>
        <p15:guide id="1" pos="288">
          <p15:clr>
            <a:srgbClr val="E46962"/>
          </p15:clr>
        </p15:guide>
        <p15:guide id="2" orient="horz" pos="288">
          <p15:clr>
            <a:srgbClr val="E46962"/>
          </p15:clr>
        </p15:guide>
        <p15:guide id="3" orient="horz" pos="2880">
          <p15:clr>
            <a:srgbClr val="E46962"/>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_Plaid-Digital_FINAL-NEW.png" id="10" name="Google Shape;10;p1"/>
          <p:cNvPicPr preferRelativeResize="0"/>
          <p:nvPr/>
        </p:nvPicPr>
        <p:blipFill rotWithShape="1">
          <a:blip r:embed="rId1">
            <a:alphaModFix/>
          </a:blip>
          <a:srcRect b="2893" l="59550" r="39888" t="20876"/>
          <a:stretch/>
        </p:blipFill>
        <p:spPr>
          <a:xfrm rot="5400000">
            <a:off x="5065183" y="1394886"/>
            <a:ext cx="80435" cy="10210798"/>
          </a:xfrm>
          <a:prstGeom prst="rect">
            <a:avLst/>
          </a:prstGeom>
          <a:noFill/>
          <a:ln>
            <a:noFill/>
          </a:ln>
        </p:spPr>
      </p:pic>
      <p:pic>
        <p:nvPicPr>
          <p:cNvPr descr="_Plaid-Digital_FINAL-NEW.png" id="11" name="Google Shape;11;p1"/>
          <p:cNvPicPr preferRelativeResize="0"/>
          <p:nvPr/>
        </p:nvPicPr>
        <p:blipFill rotWithShape="1">
          <a:blip r:embed="rId1">
            <a:alphaModFix/>
          </a:blip>
          <a:srcRect b="2893" l="59550" r="39888" t="20876"/>
          <a:stretch/>
        </p:blipFill>
        <p:spPr>
          <a:xfrm rot="5400000">
            <a:off x="5065183" y="1394886"/>
            <a:ext cx="80435" cy="10210798"/>
          </a:xfrm>
          <a:prstGeom prst="rect">
            <a:avLst/>
          </a:prstGeom>
          <a:noFill/>
          <a:ln>
            <a:noFill/>
          </a:ln>
        </p:spPr>
      </p:pic>
      <p:sp>
        <p:nvSpPr>
          <p:cNvPr id="12" name="Google Shape;12;p1"/>
          <p:cNvSpPr txBox="1"/>
          <p:nvPr>
            <p:ph type="title"/>
          </p:nvPr>
        </p:nvSpPr>
        <p:spPr>
          <a:xfrm>
            <a:off x="609600" y="482600"/>
            <a:ext cx="10972800" cy="812700"/>
          </a:xfrm>
          <a:prstGeom prst="rect">
            <a:avLst/>
          </a:prstGeom>
          <a:noFill/>
          <a:ln>
            <a:noFill/>
          </a:ln>
        </p:spPr>
        <p:txBody>
          <a:bodyPr anchorCtr="0" anchor="t" bIns="60925" lIns="121900" spcFirstLastPara="1" rIns="121900" wrap="square" tIns="60925">
            <a:noAutofit/>
          </a:bodyPr>
          <a:lstStyle>
            <a:lvl1pPr lvl="0" marR="0" rtl="0" algn="l">
              <a:spcBef>
                <a:spcPts val="0"/>
              </a:spcBef>
              <a:spcAft>
                <a:spcPts val="0"/>
              </a:spcAft>
              <a:buSzPts val="1900"/>
              <a:buNone/>
              <a:defRPr b="1" i="0" sz="320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900"/>
              <a:buNone/>
              <a:defRPr b="1" i="0" sz="3200" u="none" cap="none" strike="noStrike">
                <a:solidFill>
                  <a:schemeClr val="dk1"/>
                </a:solidFill>
                <a:latin typeface="Open Sans"/>
                <a:ea typeface="Open Sans"/>
                <a:cs typeface="Open Sans"/>
                <a:sym typeface="Open Sans"/>
              </a:defRPr>
            </a:lvl2pPr>
            <a:lvl3pPr lvl="2" marR="0" rtl="0" algn="l">
              <a:spcBef>
                <a:spcPts val="0"/>
              </a:spcBef>
              <a:spcAft>
                <a:spcPts val="0"/>
              </a:spcAft>
              <a:buSzPts val="1900"/>
              <a:buNone/>
              <a:defRPr b="1" i="0" sz="3200" u="none" cap="none" strike="noStrike">
                <a:solidFill>
                  <a:schemeClr val="dk1"/>
                </a:solidFill>
                <a:latin typeface="Open Sans"/>
                <a:ea typeface="Open Sans"/>
                <a:cs typeface="Open Sans"/>
                <a:sym typeface="Open Sans"/>
              </a:defRPr>
            </a:lvl3pPr>
            <a:lvl4pPr lvl="3" marR="0" rtl="0" algn="l">
              <a:spcBef>
                <a:spcPts val="0"/>
              </a:spcBef>
              <a:spcAft>
                <a:spcPts val="0"/>
              </a:spcAft>
              <a:buSzPts val="1900"/>
              <a:buNone/>
              <a:defRPr b="1" i="0" sz="3200" u="none" cap="none" strike="noStrike">
                <a:solidFill>
                  <a:schemeClr val="dk1"/>
                </a:solidFill>
                <a:latin typeface="Open Sans"/>
                <a:ea typeface="Open Sans"/>
                <a:cs typeface="Open Sans"/>
                <a:sym typeface="Open Sans"/>
              </a:defRPr>
            </a:lvl4pPr>
            <a:lvl5pPr lvl="4" marR="0" rtl="0" algn="l">
              <a:spcBef>
                <a:spcPts val="0"/>
              </a:spcBef>
              <a:spcAft>
                <a:spcPts val="0"/>
              </a:spcAft>
              <a:buSzPts val="1900"/>
              <a:buNone/>
              <a:defRPr b="1" i="0" sz="3200" u="none" cap="none" strike="noStrike">
                <a:solidFill>
                  <a:schemeClr val="dk1"/>
                </a:solidFill>
                <a:latin typeface="Open Sans"/>
                <a:ea typeface="Open Sans"/>
                <a:cs typeface="Open Sans"/>
                <a:sym typeface="Open Sans"/>
              </a:defRPr>
            </a:lvl5pPr>
            <a:lvl6pPr lvl="5" marR="0" rtl="0" algn="l">
              <a:spcBef>
                <a:spcPts val="0"/>
              </a:spcBef>
              <a:spcAft>
                <a:spcPts val="0"/>
              </a:spcAft>
              <a:buSzPts val="1900"/>
              <a:buNone/>
              <a:defRPr b="0" i="0" sz="5600" u="none" cap="none" strike="noStrike">
                <a:solidFill>
                  <a:schemeClr val="dk2"/>
                </a:solidFill>
                <a:latin typeface="Times"/>
                <a:ea typeface="Times"/>
                <a:cs typeface="Times"/>
                <a:sym typeface="Times"/>
              </a:defRPr>
            </a:lvl6pPr>
            <a:lvl7pPr lvl="6" marR="0" rtl="0" algn="l">
              <a:spcBef>
                <a:spcPts val="0"/>
              </a:spcBef>
              <a:spcAft>
                <a:spcPts val="0"/>
              </a:spcAft>
              <a:buSzPts val="1900"/>
              <a:buNone/>
              <a:defRPr b="0" i="0" sz="5600" u="none" cap="none" strike="noStrike">
                <a:solidFill>
                  <a:schemeClr val="dk2"/>
                </a:solidFill>
                <a:latin typeface="Times"/>
                <a:ea typeface="Times"/>
                <a:cs typeface="Times"/>
                <a:sym typeface="Times"/>
              </a:defRPr>
            </a:lvl7pPr>
            <a:lvl8pPr lvl="7" marR="0" rtl="0" algn="l">
              <a:spcBef>
                <a:spcPts val="0"/>
              </a:spcBef>
              <a:spcAft>
                <a:spcPts val="0"/>
              </a:spcAft>
              <a:buSzPts val="1900"/>
              <a:buNone/>
              <a:defRPr b="0" i="0" sz="5600" u="none" cap="none" strike="noStrike">
                <a:solidFill>
                  <a:schemeClr val="dk2"/>
                </a:solidFill>
                <a:latin typeface="Times"/>
                <a:ea typeface="Times"/>
                <a:cs typeface="Times"/>
                <a:sym typeface="Times"/>
              </a:defRPr>
            </a:lvl8pPr>
            <a:lvl9pPr lvl="8" marR="0" rtl="0" algn="l">
              <a:spcBef>
                <a:spcPts val="0"/>
              </a:spcBef>
              <a:spcAft>
                <a:spcPts val="0"/>
              </a:spcAft>
              <a:buSzPts val="1900"/>
              <a:buNone/>
              <a:defRPr b="0" i="0" sz="5600" u="none" cap="none" strike="noStrike">
                <a:solidFill>
                  <a:schemeClr val="dk2"/>
                </a:solidFill>
                <a:latin typeface="Times"/>
                <a:ea typeface="Times"/>
                <a:cs typeface="Times"/>
                <a:sym typeface="Times"/>
              </a:defRPr>
            </a:lvl9pPr>
          </a:lstStyle>
          <a:p/>
        </p:txBody>
      </p:sp>
      <p:sp>
        <p:nvSpPr>
          <p:cNvPr id="13" name="Google Shape;13;p1"/>
          <p:cNvSpPr txBox="1"/>
          <p:nvPr>
            <p:ph idx="1" type="body"/>
          </p:nvPr>
        </p:nvSpPr>
        <p:spPr>
          <a:xfrm>
            <a:off x="609600" y="1600200"/>
            <a:ext cx="10972800" cy="4673700"/>
          </a:xfrm>
          <a:prstGeom prst="rect">
            <a:avLst/>
          </a:prstGeom>
          <a:noFill/>
          <a:ln>
            <a:noFill/>
          </a:ln>
        </p:spPr>
        <p:txBody>
          <a:bodyPr anchorCtr="0" anchor="t" bIns="60925" lIns="121900" spcFirstLastPara="1" rIns="121900" wrap="square" tIns="60925">
            <a:noAutofit/>
          </a:bodyPr>
          <a:lstStyle>
            <a:lvl1pPr indent="-228600" lvl="0" marL="457200" marR="0" rtl="0" algn="l">
              <a:spcBef>
                <a:spcPts val="800"/>
              </a:spcBef>
              <a:spcAft>
                <a:spcPts val="0"/>
              </a:spcAft>
              <a:buSzPts val="1900"/>
              <a:buNone/>
              <a:defRPr b="0" i="0" sz="1900" u="none" cap="none" strike="noStrike">
                <a:solidFill>
                  <a:schemeClr val="dk1"/>
                </a:solidFill>
                <a:latin typeface="Open Sans"/>
                <a:ea typeface="Open Sans"/>
                <a:cs typeface="Open Sans"/>
                <a:sym typeface="Open Sans"/>
              </a:defRPr>
            </a:lvl1pPr>
            <a:lvl2pPr indent="-361950" lvl="1" marL="914400" marR="0" rtl="0" algn="l">
              <a:spcBef>
                <a:spcPts val="800"/>
              </a:spcBef>
              <a:spcAft>
                <a:spcPts val="0"/>
              </a:spcAft>
              <a:buClr>
                <a:schemeClr val="dk1"/>
              </a:buClr>
              <a:buSzPts val="2100"/>
              <a:buFont typeface="Arial"/>
              <a:buChar char="•"/>
              <a:defRPr b="0" i="0" sz="1900" u="none" cap="none" strike="noStrike">
                <a:solidFill>
                  <a:schemeClr val="dk1"/>
                </a:solidFill>
                <a:latin typeface="Open Sans"/>
                <a:ea typeface="Open Sans"/>
                <a:cs typeface="Open Sans"/>
                <a:sym typeface="Open Sans"/>
              </a:defRPr>
            </a:lvl2pPr>
            <a:lvl3pPr indent="-361950" lvl="2" marL="1371600" marR="0" rtl="0" algn="l">
              <a:spcBef>
                <a:spcPts val="800"/>
              </a:spcBef>
              <a:spcAft>
                <a:spcPts val="0"/>
              </a:spcAft>
              <a:buClr>
                <a:schemeClr val="dk1"/>
              </a:buClr>
              <a:buSzPts val="2100"/>
              <a:buFont typeface="Arial"/>
              <a:buChar char="–"/>
              <a:defRPr b="0" i="1" sz="1900" u="none" cap="none" strike="noStrike">
                <a:solidFill>
                  <a:schemeClr val="dk1"/>
                </a:solidFill>
                <a:latin typeface="Open Sans"/>
                <a:ea typeface="Open Sans"/>
                <a:cs typeface="Open Sans"/>
                <a:sym typeface="Open Sans"/>
              </a:defRPr>
            </a:lvl3pPr>
            <a:lvl4pPr indent="-361950" lvl="3" marL="1828800" marR="0" rtl="0" algn="l">
              <a:spcBef>
                <a:spcPts val="800"/>
              </a:spcBef>
              <a:spcAft>
                <a:spcPts val="0"/>
              </a:spcAft>
              <a:buClr>
                <a:schemeClr val="dk1"/>
              </a:buClr>
              <a:buSzPts val="2100"/>
              <a:buFont typeface="Arial"/>
              <a:buChar char="•"/>
              <a:defRPr b="0" i="0" sz="1900" u="none" cap="none" strike="noStrike">
                <a:solidFill>
                  <a:schemeClr val="dk1"/>
                </a:solidFill>
                <a:latin typeface="Open Sans"/>
                <a:ea typeface="Open Sans"/>
                <a:cs typeface="Open Sans"/>
                <a:sym typeface="Open Sans"/>
              </a:defRPr>
            </a:lvl4pPr>
            <a:lvl5pPr indent="-361950" lvl="4" marL="2286000" marR="0" rtl="0" algn="l">
              <a:spcBef>
                <a:spcPts val="800"/>
              </a:spcBef>
              <a:spcAft>
                <a:spcPts val="0"/>
              </a:spcAft>
              <a:buClr>
                <a:schemeClr val="dk1"/>
              </a:buClr>
              <a:buSzPts val="2100"/>
              <a:buFont typeface="Arial"/>
              <a:buChar char="–"/>
              <a:defRPr b="0" i="1" sz="1900" u="none" cap="none" strike="noStrike">
                <a:solidFill>
                  <a:schemeClr val="dk1"/>
                </a:solidFill>
                <a:latin typeface="Open Sans"/>
                <a:ea typeface="Open Sans"/>
                <a:cs typeface="Open Sans"/>
                <a:sym typeface="Open Sans"/>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8pPr>
            <a:lvl9pPr indent="-400050" lvl="8" marL="4114800" marR="0" rtl="0" algn="l">
              <a:spcBef>
                <a:spcPts val="50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9pPr>
          </a:lstStyle>
          <a:p/>
        </p:txBody>
      </p:sp>
      <p:pic>
        <p:nvPicPr>
          <p:cNvPr id="14" name="Google Shape;14;p1"/>
          <p:cNvPicPr preferRelativeResize="0"/>
          <p:nvPr/>
        </p:nvPicPr>
        <p:blipFill rotWithShape="1">
          <a:blip r:embed="rId2">
            <a:alphaModFix/>
          </a:blip>
          <a:srcRect b="0" l="0" r="0" t="0"/>
          <a:stretch/>
        </p:blipFill>
        <p:spPr>
          <a:xfrm>
            <a:off x="10363200" y="5664200"/>
            <a:ext cx="1539452" cy="981855"/>
          </a:xfrm>
          <a:prstGeom prst="rect">
            <a:avLst/>
          </a:prstGeom>
          <a:noFill/>
          <a:ln>
            <a:noFill/>
          </a:ln>
        </p:spPr>
      </p:pic>
      <p:sp>
        <p:nvSpPr>
          <p:cNvPr id="15" name="Google Shape;15;p1"/>
          <p:cNvSpPr txBox="1"/>
          <p:nvPr>
            <p:ph idx="12" type="sldNum"/>
          </p:nvPr>
        </p:nvSpPr>
        <p:spPr>
          <a:xfrm>
            <a:off x="14765224" y="8533884"/>
            <a:ext cx="373200" cy="369300"/>
          </a:xfrm>
          <a:prstGeom prst="rect">
            <a:avLst/>
          </a:prstGeom>
          <a:noFill/>
          <a:ln>
            <a:noFill/>
          </a:ln>
        </p:spPr>
        <p:txBody>
          <a:bodyPr anchorCtr="0" anchor="ctr" bIns="60925" lIns="60925" spcFirstLastPara="1" rIns="60925" wrap="square" tIns="60925">
            <a:spAutoFit/>
          </a:bodyPr>
          <a:lstStyle>
            <a:lvl1pPr indent="0" lvl="0" marL="0" marR="0" rtl="0" algn="r">
              <a:spcBef>
                <a:spcPts val="0"/>
              </a:spcBef>
              <a:spcAft>
                <a:spcPts val="0"/>
              </a:spcAft>
              <a:buNone/>
              <a:defRPr b="0" i="0" sz="1600" u="none" cap="none" strike="noStrike">
                <a:solidFill>
                  <a:srgbClr val="888888"/>
                </a:solidFill>
                <a:latin typeface="Open Sans Light"/>
                <a:ea typeface="Open Sans Light"/>
                <a:cs typeface="Open Sans Light"/>
                <a:sym typeface="Open Sans Light"/>
              </a:defRPr>
            </a:lvl1pPr>
            <a:lvl2pPr indent="0" lvl="1" marL="0" marR="0" rtl="0" algn="r">
              <a:spcBef>
                <a:spcPts val="0"/>
              </a:spcBef>
              <a:spcAft>
                <a:spcPts val="0"/>
              </a:spcAft>
              <a:buNone/>
              <a:defRPr b="0" i="0" sz="1600" u="none" cap="none" strike="noStrike">
                <a:solidFill>
                  <a:srgbClr val="888888"/>
                </a:solidFill>
                <a:latin typeface="Open Sans Light"/>
                <a:ea typeface="Open Sans Light"/>
                <a:cs typeface="Open Sans Light"/>
                <a:sym typeface="Open Sans Light"/>
              </a:defRPr>
            </a:lvl2pPr>
            <a:lvl3pPr indent="0" lvl="2" marL="0" marR="0" rtl="0" algn="r">
              <a:spcBef>
                <a:spcPts val="0"/>
              </a:spcBef>
              <a:spcAft>
                <a:spcPts val="0"/>
              </a:spcAft>
              <a:buNone/>
              <a:defRPr b="0" i="0" sz="1600" u="none" cap="none" strike="noStrike">
                <a:solidFill>
                  <a:srgbClr val="888888"/>
                </a:solidFill>
                <a:latin typeface="Open Sans Light"/>
                <a:ea typeface="Open Sans Light"/>
                <a:cs typeface="Open Sans Light"/>
                <a:sym typeface="Open Sans Light"/>
              </a:defRPr>
            </a:lvl3pPr>
            <a:lvl4pPr indent="0" lvl="3" marL="0" marR="0" rtl="0" algn="r">
              <a:spcBef>
                <a:spcPts val="0"/>
              </a:spcBef>
              <a:spcAft>
                <a:spcPts val="0"/>
              </a:spcAft>
              <a:buNone/>
              <a:defRPr b="0" i="0" sz="1600" u="none" cap="none" strike="noStrike">
                <a:solidFill>
                  <a:srgbClr val="888888"/>
                </a:solidFill>
                <a:latin typeface="Open Sans Light"/>
                <a:ea typeface="Open Sans Light"/>
                <a:cs typeface="Open Sans Light"/>
                <a:sym typeface="Open Sans Light"/>
              </a:defRPr>
            </a:lvl4pPr>
            <a:lvl5pPr indent="0" lvl="4" marL="0" marR="0" rtl="0" algn="r">
              <a:spcBef>
                <a:spcPts val="0"/>
              </a:spcBef>
              <a:spcAft>
                <a:spcPts val="0"/>
              </a:spcAft>
              <a:buNone/>
              <a:defRPr b="0" i="0" sz="1600" u="none" cap="none" strike="noStrike">
                <a:solidFill>
                  <a:srgbClr val="888888"/>
                </a:solidFill>
                <a:latin typeface="Open Sans Light"/>
                <a:ea typeface="Open Sans Light"/>
                <a:cs typeface="Open Sans Light"/>
                <a:sym typeface="Open Sans Light"/>
              </a:defRPr>
            </a:lvl5pPr>
            <a:lvl6pPr indent="0" lvl="5" marL="0" marR="0" rtl="0" algn="r">
              <a:spcBef>
                <a:spcPts val="0"/>
              </a:spcBef>
              <a:spcAft>
                <a:spcPts val="0"/>
              </a:spcAft>
              <a:buNone/>
              <a:defRPr b="0" i="0" sz="1600" u="none" cap="none" strike="noStrike">
                <a:solidFill>
                  <a:srgbClr val="888888"/>
                </a:solidFill>
                <a:latin typeface="Open Sans Light"/>
                <a:ea typeface="Open Sans Light"/>
                <a:cs typeface="Open Sans Light"/>
                <a:sym typeface="Open Sans Light"/>
              </a:defRPr>
            </a:lvl6pPr>
            <a:lvl7pPr indent="0" lvl="6" marL="0" marR="0" rtl="0" algn="r">
              <a:spcBef>
                <a:spcPts val="0"/>
              </a:spcBef>
              <a:spcAft>
                <a:spcPts val="0"/>
              </a:spcAft>
              <a:buNone/>
              <a:defRPr b="0" i="0" sz="1600" u="none" cap="none" strike="noStrike">
                <a:solidFill>
                  <a:srgbClr val="888888"/>
                </a:solidFill>
                <a:latin typeface="Open Sans Light"/>
                <a:ea typeface="Open Sans Light"/>
                <a:cs typeface="Open Sans Light"/>
                <a:sym typeface="Open Sans Light"/>
              </a:defRPr>
            </a:lvl7pPr>
            <a:lvl8pPr indent="0" lvl="7" marL="0" marR="0" rtl="0" algn="r">
              <a:spcBef>
                <a:spcPts val="0"/>
              </a:spcBef>
              <a:spcAft>
                <a:spcPts val="0"/>
              </a:spcAft>
              <a:buNone/>
              <a:defRPr b="0" i="0" sz="1600" u="none" cap="none" strike="noStrike">
                <a:solidFill>
                  <a:srgbClr val="888888"/>
                </a:solidFill>
                <a:latin typeface="Open Sans Light"/>
                <a:ea typeface="Open Sans Light"/>
                <a:cs typeface="Open Sans Light"/>
                <a:sym typeface="Open Sans Light"/>
              </a:defRPr>
            </a:lvl8pPr>
            <a:lvl9pPr indent="0" lvl="8" marL="0" marR="0" rtl="0" algn="r">
              <a:spcBef>
                <a:spcPts val="0"/>
              </a:spcBef>
              <a:spcAft>
                <a:spcPts val="0"/>
              </a:spcAft>
              <a:buNone/>
              <a:defRPr b="0" i="0" sz="1600" u="none" cap="none" strike="noStrike">
                <a:solidFill>
                  <a:srgbClr val="888888"/>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
        <p:nvSpPr>
          <p:cNvPr id="16" name="Google Shape;16;p1"/>
          <p:cNvSpPr txBox="1"/>
          <p:nvPr/>
        </p:nvSpPr>
        <p:spPr>
          <a:xfrm>
            <a:off x="14968424" y="8737084"/>
            <a:ext cx="373200" cy="369300"/>
          </a:xfrm>
          <a:prstGeom prst="rect">
            <a:avLst/>
          </a:prstGeom>
          <a:noFill/>
          <a:ln>
            <a:noFill/>
          </a:ln>
        </p:spPr>
        <p:txBody>
          <a:bodyPr anchorCtr="0" anchor="ctr" bIns="60925" lIns="60925" spcFirstLastPara="1" rIns="60925" wrap="square" tIns="60925">
            <a:spAutoFit/>
          </a:bodyPr>
          <a:lstStyle/>
          <a:p>
            <a:pPr indent="0" lvl="0" marL="0" marR="0" rtl="0" algn="r">
              <a:spcBef>
                <a:spcPts val="0"/>
              </a:spcBef>
              <a:spcAft>
                <a:spcPts val="0"/>
              </a:spcAft>
              <a:buNone/>
            </a:pPr>
            <a:fld id="{00000000-1234-1234-1234-123412341234}" type="slidenum">
              <a:rPr b="0" i="0" lang="en-US" sz="1600" u="none" cap="none" strike="noStrike">
                <a:solidFill>
                  <a:srgbClr val="888888"/>
                </a:solidFill>
                <a:latin typeface="Open Sans Light"/>
                <a:ea typeface="Open Sans Light"/>
                <a:cs typeface="Open Sans Light"/>
                <a:sym typeface="Open Sans Light"/>
              </a:rPr>
              <a:t>‹#›</a:t>
            </a:fld>
            <a:endParaRPr b="0" i="0" sz="1600" u="none" cap="none" strike="noStrike">
              <a:solidFill>
                <a:srgbClr val="888888"/>
              </a:solidFill>
              <a:latin typeface="Open Sans Light"/>
              <a:ea typeface="Open Sans Light"/>
              <a:cs typeface="Open Sans Light"/>
              <a:sym typeface="Open Sans Light"/>
            </a:endParaRPr>
          </a:p>
        </p:txBody>
      </p:sp>
      <p:sp>
        <p:nvSpPr>
          <p:cNvPr id="17" name="Google Shape;17;p1"/>
          <p:cNvSpPr txBox="1"/>
          <p:nvPr/>
        </p:nvSpPr>
        <p:spPr>
          <a:xfrm>
            <a:off x="15171624" y="8940284"/>
            <a:ext cx="373200" cy="369300"/>
          </a:xfrm>
          <a:prstGeom prst="rect">
            <a:avLst/>
          </a:prstGeom>
          <a:noFill/>
          <a:ln>
            <a:noFill/>
          </a:ln>
        </p:spPr>
        <p:txBody>
          <a:bodyPr anchorCtr="0" anchor="ctr" bIns="60925" lIns="60925" spcFirstLastPara="1" rIns="60925" wrap="square" tIns="60925">
            <a:spAutoFit/>
          </a:bodyPr>
          <a:lstStyle/>
          <a:p>
            <a:pPr indent="0" lvl="0" marL="0" marR="0" rtl="0" algn="r">
              <a:spcBef>
                <a:spcPts val="0"/>
              </a:spcBef>
              <a:spcAft>
                <a:spcPts val="0"/>
              </a:spcAft>
              <a:buNone/>
            </a:pPr>
            <a:fld id="{00000000-1234-1234-1234-123412341234}" type="slidenum">
              <a:rPr b="0" i="0" lang="en-US" sz="1600" u="none" cap="none" strike="noStrike">
                <a:solidFill>
                  <a:srgbClr val="888888"/>
                </a:solidFill>
                <a:latin typeface="Open Sans Light"/>
                <a:ea typeface="Open Sans Light"/>
                <a:cs typeface="Open Sans Light"/>
                <a:sym typeface="Open Sans Light"/>
              </a:rPr>
              <a:t>‹#›</a:t>
            </a:fld>
            <a:endParaRPr b="0" i="0" sz="1600" u="none" cap="none" strike="noStrike">
              <a:solidFill>
                <a:srgbClr val="888888"/>
              </a:solidFill>
              <a:latin typeface="Open Sans Light"/>
              <a:ea typeface="Open Sans Light"/>
              <a:cs typeface="Open Sans Light"/>
              <a:sym typeface="Open Sans Light"/>
            </a:endParaRPr>
          </a:p>
        </p:txBody>
      </p:sp>
      <p:sp>
        <p:nvSpPr>
          <p:cNvPr id="18" name="Google Shape;18;p1"/>
          <p:cNvSpPr txBox="1"/>
          <p:nvPr/>
        </p:nvSpPr>
        <p:spPr>
          <a:xfrm>
            <a:off x="15374824" y="9143484"/>
            <a:ext cx="373200" cy="369300"/>
          </a:xfrm>
          <a:prstGeom prst="rect">
            <a:avLst/>
          </a:prstGeom>
          <a:noFill/>
          <a:ln>
            <a:noFill/>
          </a:ln>
        </p:spPr>
        <p:txBody>
          <a:bodyPr anchorCtr="0" anchor="ctr" bIns="60925" lIns="60925" spcFirstLastPara="1" rIns="60925" wrap="square" tIns="60925">
            <a:spAutoFit/>
          </a:bodyPr>
          <a:lstStyle/>
          <a:p>
            <a:pPr indent="0" lvl="0" marL="0" marR="0" rtl="0" algn="r">
              <a:spcBef>
                <a:spcPts val="0"/>
              </a:spcBef>
              <a:spcAft>
                <a:spcPts val="0"/>
              </a:spcAft>
              <a:buNone/>
            </a:pPr>
            <a:fld id="{00000000-1234-1234-1234-123412341234}" type="slidenum">
              <a:rPr b="0" i="0" lang="en-US" sz="1600" u="none" cap="none" strike="noStrike">
                <a:solidFill>
                  <a:srgbClr val="888888"/>
                </a:solidFill>
                <a:latin typeface="Open Sans Light"/>
                <a:ea typeface="Open Sans Light"/>
                <a:cs typeface="Open Sans Light"/>
                <a:sym typeface="Open Sans Light"/>
              </a:rPr>
              <a:t>‹#›</a:t>
            </a:fld>
            <a:endParaRPr b="0" i="0" sz="1600" u="none" cap="none" strike="noStrike">
              <a:solidFill>
                <a:srgbClr val="888888"/>
              </a:solidFill>
              <a:latin typeface="Open Sans Light"/>
              <a:ea typeface="Open Sans Light"/>
              <a:cs typeface="Open Sans Light"/>
              <a:sym typeface="Open Sans Light"/>
            </a:endParaRPr>
          </a:p>
        </p:txBody>
      </p:sp>
      <p:sp>
        <p:nvSpPr>
          <p:cNvPr id="19" name="Google Shape;19;p1"/>
          <p:cNvSpPr txBox="1"/>
          <p:nvPr/>
        </p:nvSpPr>
        <p:spPr>
          <a:xfrm>
            <a:off x="11379200" y="133787"/>
            <a:ext cx="675900" cy="354000"/>
          </a:xfrm>
          <a:prstGeom prst="rect">
            <a:avLst/>
          </a:prstGeom>
          <a:noFill/>
          <a:ln>
            <a:noFill/>
          </a:ln>
        </p:spPr>
        <p:txBody>
          <a:bodyPr anchorCtr="0" anchor="t" bIns="60925" lIns="121900" spcFirstLastPara="1" rIns="121900" wrap="square" tIns="60925">
            <a:spAutoFit/>
          </a:bodyPr>
          <a:lstStyle/>
          <a:p>
            <a:pPr indent="0" lvl="0" marL="0" marR="0" rtl="0" algn="r">
              <a:spcBef>
                <a:spcPts val="0"/>
              </a:spcBef>
              <a:spcAft>
                <a:spcPts val="0"/>
              </a:spcAft>
              <a:buNone/>
            </a:pPr>
            <a:fld id="{00000000-1234-1234-1234-123412341234}" type="slidenum">
              <a:rPr b="0" i="0" lang="en-US" sz="1500" u="none" cap="none" strike="noStrike">
                <a:solidFill>
                  <a:srgbClr val="7F7F7F"/>
                </a:solidFill>
                <a:latin typeface="Helvetica Neue Light"/>
                <a:ea typeface="Helvetica Neue Light"/>
                <a:cs typeface="Helvetica Neue Light"/>
                <a:sym typeface="Helvetica Neue Light"/>
              </a:rPr>
              <a:t>‹#›</a:t>
            </a:fld>
            <a:endParaRPr b="0" i="0" sz="1500" u="none" cap="none" strike="noStrike">
              <a:solidFill>
                <a:srgbClr val="7F7F7F"/>
              </a:solidFill>
              <a:latin typeface="Helvetica Neue Light"/>
              <a:ea typeface="Helvetica Neue Light"/>
              <a:cs typeface="Helvetica Neue Light"/>
              <a:sym typeface="Helvetica Neue Light"/>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comments" Target="../comments/commen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comments" Target="../comments/comment3.xml"/><Relationship Id="rId4" Type="http://schemas.openxmlformats.org/officeDocument/2006/relationships/image" Target="../media/image4.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DEE">
            <a:alpha val="60000"/>
          </a:srgbClr>
        </a:solidFill>
      </p:bgPr>
    </p:bg>
    <p:spTree>
      <p:nvGrpSpPr>
        <p:cNvPr id="130" name="Shape 130"/>
        <p:cNvGrpSpPr/>
        <p:nvPr/>
      </p:nvGrpSpPr>
      <p:grpSpPr>
        <a:xfrm>
          <a:off x="0" y="0"/>
          <a:ext cx="0" cy="0"/>
          <a:chOff x="0" y="0"/>
          <a:chExt cx="0" cy="0"/>
        </a:xfrm>
      </p:grpSpPr>
      <p:sp>
        <p:nvSpPr>
          <p:cNvPr id="131" name="Google Shape;131;p13"/>
          <p:cNvSpPr txBox="1"/>
          <p:nvPr>
            <p:ph idx="4294967295" type="ctrTitle"/>
          </p:nvPr>
        </p:nvSpPr>
        <p:spPr>
          <a:xfrm>
            <a:off x="1990169" y="1797750"/>
            <a:ext cx="9710700" cy="21372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5400"/>
              <a:buFont typeface="Rockwell"/>
              <a:buNone/>
            </a:pPr>
            <a:r>
              <a:rPr lang="en-US" sz="3600">
                <a:latin typeface="Rockwell"/>
                <a:ea typeface="Rockwell"/>
                <a:cs typeface="Rockwell"/>
                <a:sym typeface="Rockwell"/>
              </a:rPr>
              <a:t>A Multi-</a:t>
            </a:r>
            <a:r>
              <a:rPr lang="en-US" sz="3600">
                <a:latin typeface="Rockwell"/>
                <a:ea typeface="Rockwell"/>
                <a:cs typeface="Rockwell"/>
                <a:sym typeface="Rockwell"/>
              </a:rPr>
              <a:t>Language</a:t>
            </a:r>
            <a:r>
              <a:rPr lang="en-US" sz="3600">
                <a:latin typeface="Rockwell"/>
                <a:ea typeface="Rockwell"/>
                <a:cs typeface="Rockwell"/>
                <a:sym typeface="Rockwell"/>
              </a:rPr>
              <a:t> Audio Retrieval System for Code-Switched French-Swahili-Lingala Mix in Eastern DRC</a:t>
            </a:r>
            <a:endParaRPr sz="3600"/>
          </a:p>
        </p:txBody>
      </p:sp>
      <p:sp>
        <p:nvSpPr>
          <p:cNvPr id="132" name="Google Shape;132;p13"/>
          <p:cNvSpPr txBox="1"/>
          <p:nvPr>
            <p:ph idx="4294967295" type="subTitle"/>
          </p:nvPr>
        </p:nvSpPr>
        <p:spPr>
          <a:xfrm>
            <a:off x="2060725" y="4365523"/>
            <a:ext cx="8791500" cy="641700"/>
          </a:xfrm>
          <a:prstGeom prst="rect">
            <a:avLst/>
          </a:prstGeom>
          <a:noFill/>
          <a:ln>
            <a:noFill/>
          </a:ln>
        </p:spPr>
        <p:txBody>
          <a:bodyPr anchorCtr="0" anchor="t" bIns="45700" lIns="91425" spcFirstLastPara="1" rIns="91425" wrap="square" tIns="45700">
            <a:normAutofit/>
          </a:bodyPr>
          <a:lstStyle/>
          <a:p>
            <a:pPr indent="0" lvl="0" marL="0" rtl="0" algn="ctr">
              <a:lnSpc>
                <a:spcPct val="120000"/>
              </a:lnSpc>
              <a:spcBef>
                <a:spcPts val="0"/>
              </a:spcBef>
              <a:spcAft>
                <a:spcPts val="0"/>
              </a:spcAft>
              <a:buClr>
                <a:schemeClr val="lt2"/>
              </a:buClr>
              <a:buSzPts val="3000"/>
              <a:buNone/>
            </a:pPr>
            <a:r>
              <a:rPr lang="en-US" sz="2400">
                <a:latin typeface="Tahoma"/>
                <a:ea typeface="Tahoma"/>
                <a:cs typeface="Tahoma"/>
                <a:sym typeface="Tahoma"/>
              </a:rPr>
              <a:t>Athanase BAHIZIRE</a:t>
            </a:r>
            <a:r>
              <a:rPr lang="en-US"/>
              <a:t> &amp; </a:t>
            </a:r>
            <a:r>
              <a:rPr lang="en-US" sz="2400">
                <a:latin typeface="Tahoma"/>
                <a:ea typeface="Tahoma"/>
                <a:cs typeface="Tahoma"/>
                <a:sym typeface="Tahoma"/>
              </a:rPr>
              <a:t>Stephen N'nouka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4"/>
          <p:cNvSpPr txBox="1"/>
          <p:nvPr>
            <p:ph type="title"/>
          </p:nvPr>
        </p:nvSpPr>
        <p:spPr>
          <a:xfrm>
            <a:off x="964604" y="469932"/>
            <a:ext cx="9906000" cy="147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4400">
                <a:latin typeface="Rockwell"/>
                <a:ea typeface="Rockwell"/>
                <a:cs typeface="Rockwell"/>
                <a:sym typeface="Rockwell"/>
              </a:rPr>
              <a:t>THE PROBLEM</a:t>
            </a:r>
            <a:endParaRPr/>
          </a:p>
        </p:txBody>
      </p:sp>
      <p:sp>
        <p:nvSpPr>
          <p:cNvPr id="139" name="Google Shape;139;p14"/>
          <p:cNvSpPr txBox="1"/>
          <p:nvPr>
            <p:ph idx="1" type="body"/>
          </p:nvPr>
        </p:nvSpPr>
        <p:spPr>
          <a:xfrm>
            <a:off x="950375" y="1821780"/>
            <a:ext cx="10372500" cy="4593900"/>
          </a:xfrm>
          <a:prstGeom prst="rect">
            <a:avLst/>
          </a:prstGeom>
        </p:spPr>
        <p:txBody>
          <a:bodyPr anchorCtr="0" anchor="t" bIns="45700" lIns="91425" spcFirstLastPara="1" rIns="91425" wrap="square" tIns="45700">
            <a:normAutofit fontScale="25000" lnSpcReduction="20000"/>
          </a:bodyPr>
          <a:lstStyle/>
          <a:p>
            <a:pPr indent="0" lvl="0" marL="0" rtl="0" algn="l">
              <a:spcBef>
                <a:spcPts val="1000"/>
              </a:spcBef>
              <a:spcAft>
                <a:spcPts val="0"/>
              </a:spcAft>
              <a:buNone/>
            </a:pPr>
            <a:r>
              <a:rPr lang="en-US" sz="7200"/>
              <a:t>The specific challenge in Eastern DRC is the fluid, trilingual nature of the Swahili spoken there. Unlike "Standard Swahili," the local variety incorporates French (for technical/official terms) and Lingala (for slang, emphasis, or cultural nuance).</a:t>
            </a:r>
            <a:endParaRPr sz="7200"/>
          </a:p>
          <a:p>
            <a:pPr indent="0" lvl="0" marL="0" rtl="0" algn="l">
              <a:spcBef>
                <a:spcPts val="1000"/>
              </a:spcBef>
              <a:spcAft>
                <a:spcPts val="0"/>
              </a:spcAft>
              <a:buNone/>
            </a:pPr>
            <a:r>
              <a:t/>
            </a:r>
            <a:endParaRPr sz="7200"/>
          </a:p>
          <a:p>
            <a:pPr indent="-342900" lvl="0" marL="457200" rtl="0" algn="l">
              <a:lnSpc>
                <a:spcPct val="115000"/>
              </a:lnSpc>
              <a:spcBef>
                <a:spcPts val="0"/>
              </a:spcBef>
              <a:spcAft>
                <a:spcPts val="0"/>
              </a:spcAft>
              <a:buClr>
                <a:srgbClr val="1F1F1F"/>
              </a:buClr>
              <a:buSzPct val="100000"/>
              <a:buChar char="●"/>
            </a:pPr>
            <a:r>
              <a:rPr b="1" lang="en-US" sz="7200">
                <a:solidFill>
                  <a:srgbClr val="1F1F1F"/>
                </a:solidFill>
              </a:rPr>
              <a:t>The Problem:</a:t>
            </a:r>
            <a:r>
              <a:rPr lang="en-US" sz="7200">
                <a:solidFill>
                  <a:srgbClr val="1F1F1F"/>
                </a:solidFill>
              </a:rPr>
              <a:t> Current AI retrieval systems are "monolingual-centric." If a citizen records a voice note in Goma or Bukavu saying: </a:t>
            </a:r>
            <a:endParaRPr sz="7200">
              <a:solidFill>
                <a:srgbClr val="1F1F1F"/>
              </a:solidFill>
            </a:endParaRPr>
          </a:p>
          <a:p>
            <a:pPr indent="0" lvl="0" marL="457200" rtl="0" algn="l">
              <a:lnSpc>
                <a:spcPct val="115000"/>
              </a:lnSpc>
              <a:spcBef>
                <a:spcPts val="1800"/>
              </a:spcBef>
              <a:spcAft>
                <a:spcPts val="0"/>
              </a:spcAft>
              <a:buNone/>
            </a:pPr>
            <a:r>
              <a:rPr b="1" i="1" lang="en-US" sz="7200">
                <a:solidFill>
                  <a:srgbClr val="1F1F1F"/>
                </a:solidFill>
              </a:rPr>
              <a:t>"Njo maana ba politiciens bana utiliser lingala pamba pamba juh yaku distraire batu"</a:t>
            </a:r>
            <a:r>
              <a:rPr lang="en-US" sz="7200">
                <a:solidFill>
                  <a:srgbClr val="1F1F1F"/>
                </a:solidFill>
              </a:rPr>
              <a:t> (That's why politicians use Lingala just to distract people), a standard model fails.</a:t>
            </a:r>
            <a:endParaRPr sz="7200">
              <a:solidFill>
                <a:srgbClr val="1F1F1F"/>
              </a:solidFill>
            </a:endParaRPr>
          </a:p>
          <a:p>
            <a:pPr indent="-342900" lvl="0" marL="457200" rtl="0" algn="l">
              <a:lnSpc>
                <a:spcPct val="115000"/>
              </a:lnSpc>
              <a:spcBef>
                <a:spcPts val="1800"/>
              </a:spcBef>
              <a:spcAft>
                <a:spcPts val="0"/>
              </a:spcAft>
              <a:buClr>
                <a:srgbClr val="1F1F1F"/>
              </a:buClr>
              <a:buSzPct val="100000"/>
              <a:buChar char="●"/>
            </a:pPr>
            <a:r>
              <a:rPr b="1" lang="en-US" sz="7200">
                <a:solidFill>
                  <a:srgbClr val="1F1F1F"/>
                </a:solidFill>
              </a:rPr>
              <a:t>The Gap:</a:t>
            </a:r>
            <a:r>
              <a:rPr lang="en-US" sz="7200">
                <a:solidFill>
                  <a:srgbClr val="1F1F1F"/>
                </a:solidFill>
              </a:rPr>
              <a:t> The model will have difficulties to map the French word </a:t>
            </a:r>
            <a:r>
              <a:rPr i="1" lang="en-US" sz="7200">
                <a:solidFill>
                  <a:srgbClr val="1F1F1F"/>
                </a:solidFill>
              </a:rPr>
              <a:t>"politiciens"</a:t>
            </a:r>
            <a:r>
              <a:rPr lang="en-US" sz="7200">
                <a:solidFill>
                  <a:srgbClr val="1F1F1F"/>
                </a:solidFill>
              </a:rPr>
              <a:t>, the Lingala phrase </a:t>
            </a:r>
            <a:r>
              <a:rPr i="1" lang="en-US" sz="7200">
                <a:solidFill>
                  <a:srgbClr val="1F1F1F"/>
                </a:solidFill>
              </a:rPr>
              <a:t>"pamba pamba"</a:t>
            </a:r>
            <a:r>
              <a:rPr lang="en-US" sz="7200">
                <a:solidFill>
                  <a:srgbClr val="1F1F1F"/>
                </a:solidFill>
              </a:rPr>
              <a:t>, and the Swahili syntax into a single semantic vector. </a:t>
            </a:r>
            <a:endParaRPr sz="7200">
              <a:solidFill>
                <a:srgbClr val="1F1F1F"/>
              </a:solidFill>
            </a:endParaRPr>
          </a:p>
          <a:p>
            <a:pPr indent="0" lvl="0" marL="0" rtl="0" algn="l">
              <a:lnSpc>
                <a:spcPct val="115000"/>
              </a:lnSpc>
              <a:spcBef>
                <a:spcPts val="1800"/>
              </a:spcBef>
              <a:spcAft>
                <a:spcPts val="0"/>
              </a:spcAft>
              <a:buNone/>
            </a:pPr>
            <a:r>
              <a:rPr lang="en-US" sz="7200">
                <a:solidFill>
                  <a:srgbClr val="1F1F1F"/>
                </a:solidFill>
              </a:rPr>
              <a:t>This makes it difficult for local stakeholders to perform cross-modal searches, such as searching for "political corruption" via text and successfully finding this specific audio clip.</a:t>
            </a:r>
            <a:endParaRPr sz="7200">
              <a:solidFill>
                <a:srgbClr val="1F1F1F"/>
              </a:solidFill>
            </a:endParaRPr>
          </a:p>
          <a:p>
            <a:pPr indent="0" lvl="0" marL="0" rtl="0" algn="l">
              <a:lnSpc>
                <a:spcPct val="115000"/>
              </a:lnSpc>
              <a:spcBef>
                <a:spcPts val="1800"/>
              </a:spcBef>
              <a:spcAft>
                <a:spcPts val="0"/>
              </a:spcAft>
              <a:buNone/>
            </a:pPr>
            <a:r>
              <a:t/>
            </a:r>
            <a:endParaRPr sz="1800">
              <a:solidFill>
                <a:srgbClr val="1F1F1F"/>
              </a:solidFill>
            </a:endParaRPr>
          </a:p>
          <a:p>
            <a:pPr indent="0" lvl="0" marL="0" rtl="0" algn="l">
              <a:spcBef>
                <a:spcPts val="18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descr="Beautify this slide" id="145" name="Google Shape;145;p15"/>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txBox="1"/>
          <p:nvPr>
            <p:ph type="title"/>
          </p:nvPr>
        </p:nvSpPr>
        <p:spPr>
          <a:xfrm>
            <a:off x="1141413" y="618518"/>
            <a:ext cx="9906000" cy="147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Stakeholder Relevance &amp; SDGs</a:t>
            </a:r>
            <a:endParaRPr/>
          </a:p>
        </p:txBody>
      </p:sp>
      <p:sp>
        <p:nvSpPr>
          <p:cNvPr id="152" name="Google Shape;152;p16"/>
          <p:cNvSpPr txBox="1"/>
          <p:nvPr>
            <p:ph idx="1" type="body"/>
          </p:nvPr>
        </p:nvSpPr>
        <p:spPr>
          <a:xfrm>
            <a:off x="2938025" y="2144170"/>
            <a:ext cx="8109300" cy="3541800"/>
          </a:xfrm>
          <a:prstGeom prst="rect">
            <a:avLst/>
          </a:prstGeom>
        </p:spPr>
        <p:txBody>
          <a:bodyPr anchorCtr="0" anchor="t" bIns="45700" lIns="91425" spcFirstLastPara="1" rIns="91425" wrap="square" tIns="45700">
            <a:normAutofit lnSpcReduction="20000"/>
          </a:bodyPr>
          <a:lstStyle/>
          <a:p>
            <a:pPr indent="-342900" lvl="0" marL="457200" rtl="0" algn="l">
              <a:lnSpc>
                <a:spcPct val="115000"/>
              </a:lnSpc>
              <a:spcBef>
                <a:spcPts val="0"/>
              </a:spcBef>
              <a:spcAft>
                <a:spcPts val="0"/>
              </a:spcAft>
              <a:buClr>
                <a:srgbClr val="1F1F1F"/>
              </a:buClr>
              <a:buSzPts val="1800"/>
              <a:buChar char="●"/>
            </a:pPr>
            <a:r>
              <a:rPr b="1" lang="en-US" sz="1800">
                <a:solidFill>
                  <a:srgbClr val="1F1F1F"/>
                </a:solidFill>
              </a:rPr>
              <a:t>Civil Society &amp; Peacebuilders:</a:t>
            </a:r>
            <a:r>
              <a:rPr lang="en-US" sz="1800">
                <a:solidFill>
                  <a:srgbClr val="1F1F1F"/>
                </a:solidFill>
              </a:rPr>
              <a:t> To detect rising tensions or rumors in local radio and "street" speech before they escalate into physical conflict.</a:t>
            </a:r>
            <a:endParaRPr sz="1800">
              <a:solidFill>
                <a:srgbClr val="1F1F1F"/>
              </a:solidFill>
            </a:endParaRPr>
          </a:p>
          <a:p>
            <a:pPr indent="-342900" lvl="0" marL="457200" rtl="0" algn="l">
              <a:lnSpc>
                <a:spcPct val="115000"/>
              </a:lnSpc>
              <a:spcBef>
                <a:spcPts val="0"/>
              </a:spcBef>
              <a:spcAft>
                <a:spcPts val="0"/>
              </a:spcAft>
              <a:buClr>
                <a:srgbClr val="1F1F1F"/>
              </a:buClr>
              <a:buSzPts val="1800"/>
              <a:buChar char="●"/>
            </a:pPr>
            <a:r>
              <a:rPr b="1" lang="en-US" sz="1800">
                <a:solidFill>
                  <a:srgbClr val="1F1F1F"/>
                </a:solidFill>
              </a:rPr>
              <a:t>Electoral Commissions:</a:t>
            </a:r>
            <a:r>
              <a:rPr lang="en-US" sz="1800">
                <a:solidFill>
                  <a:srgbClr val="1F1F1F"/>
                </a:solidFill>
              </a:rPr>
              <a:t> Monitoring political discourse that frequently switches between languages to target different ethnic groups or bypass standard keyword filters, in tension context.</a:t>
            </a:r>
            <a:endParaRPr sz="1800">
              <a:solidFill>
                <a:srgbClr val="1F1F1F"/>
              </a:solidFill>
            </a:endParaRPr>
          </a:p>
          <a:p>
            <a:pPr indent="0" lvl="0" marL="0" rtl="0" algn="l">
              <a:lnSpc>
                <a:spcPct val="115000"/>
              </a:lnSpc>
              <a:spcBef>
                <a:spcPts val="1800"/>
              </a:spcBef>
              <a:spcAft>
                <a:spcPts val="0"/>
              </a:spcAft>
              <a:buNone/>
            </a:pPr>
            <a:r>
              <a:t/>
            </a:r>
            <a:endParaRPr sz="600">
              <a:solidFill>
                <a:srgbClr val="1F1F1F"/>
              </a:solidFill>
            </a:endParaRPr>
          </a:p>
          <a:p>
            <a:pPr indent="-342900" lvl="0" marL="457200" rtl="0" algn="l">
              <a:lnSpc>
                <a:spcPct val="115000"/>
              </a:lnSpc>
              <a:spcBef>
                <a:spcPts val="0"/>
              </a:spcBef>
              <a:spcAft>
                <a:spcPts val="0"/>
              </a:spcAft>
              <a:buClr>
                <a:srgbClr val="1F1F1F"/>
              </a:buClr>
              <a:buSzPts val="1800"/>
              <a:buChar char="●"/>
            </a:pPr>
            <a:r>
              <a:rPr b="1" lang="en-US" sz="1800">
                <a:solidFill>
                  <a:srgbClr val="1F1F1F"/>
                </a:solidFill>
              </a:rPr>
              <a:t>SDG 16 (Peace, Justice, and Strong Institutions):</a:t>
            </a:r>
            <a:r>
              <a:rPr lang="en-US" sz="1800">
                <a:solidFill>
                  <a:srgbClr val="1F1F1F"/>
                </a:solidFill>
              </a:rPr>
              <a:t> Building tools to monitor incitement and hate speech in the actual language of the people, we strengthen regional stability and accountability.</a:t>
            </a:r>
            <a:endParaRPr sz="1800">
              <a:solidFill>
                <a:srgbClr val="1F1F1F"/>
              </a:solidFill>
            </a:endParaRPr>
          </a:p>
          <a:p>
            <a:pPr indent="-342900" lvl="0" marL="457200" rtl="0" algn="l">
              <a:lnSpc>
                <a:spcPct val="115000"/>
              </a:lnSpc>
              <a:spcBef>
                <a:spcPts val="0"/>
              </a:spcBef>
              <a:spcAft>
                <a:spcPts val="0"/>
              </a:spcAft>
              <a:buClr>
                <a:srgbClr val="1F1F1F"/>
              </a:buClr>
              <a:buSzPts val="1800"/>
              <a:buChar char="●"/>
            </a:pPr>
            <a:r>
              <a:rPr b="1" lang="en-US" sz="1800">
                <a:solidFill>
                  <a:srgbClr val="1F1F1F"/>
                </a:solidFill>
              </a:rPr>
              <a:t>SDG 9 (Industry, Innovation, and Infrastructure):</a:t>
            </a:r>
            <a:r>
              <a:rPr lang="en-US" sz="1800">
                <a:solidFill>
                  <a:srgbClr val="1F1F1F"/>
                </a:solidFill>
              </a:rPr>
              <a:t> Developing "Afro-centric" AI infrastructure that doesn't require users to speak "pure" languages far from our reality  to be digitally visible.</a:t>
            </a:r>
            <a:endParaRPr sz="1800"/>
          </a:p>
        </p:txBody>
      </p:sp>
      <p:pic>
        <p:nvPicPr>
          <p:cNvPr id="153" name="Google Shape;153;p16"/>
          <p:cNvPicPr preferRelativeResize="0"/>
          <p:nvPr/>
        </p:nvPicPr>
        <p:blipFill>
          <a:blip r:embed="rId4">
            <a:alphaModFix/>
          </a:blip>
          <a:stretch>
            <a:fillRect/>
          </a:stretch>
        </p:blipFill>
        <p:spPr>
          <a:xfrm>
            <a:off x="761225" y="4017575"/>
            <a:ext cx="1773699" cy="1773699"/>
          </a:xfrm>
          <a:prstGeom prst="rect">
            <a:avLst/>
          </a:prstGeom>
          <a:noFill/>
          <a:ln>
            <a:noFill/>
          </a:ln>
        </p:spPr>
      </p:pic>
      <p:pic>
        <p:nvPicPr>
          <p:cNvPr id="154" name="Google Shape;154;p16"/>
          <p:cNvPicPr preferRelativeResize="0"/>
          <p:nvPr/>
        </p:nvPicPr>
        <p:blipFill>
          <a:blip r:embed="rId5">
            <a:alphaModFix/>
          </a:blip>
          <a:stretch>
            <a:fillRect/>
          </a:stretch>
        </p:blipFill>
        <p:spPr>
          <a:xfrm>
            <a:off x="761225" y="2097225"/>
            <a:ext cx="1773699" cy="17736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7"/>
          <p:cNvSpPr txBox="1"/>
          <p:nvPr>
            <p:ph type="title"/>
          </p:nvPr>
        </p:nvSpPr>
        <p:spPr>
          <a:xfrm>
            <a:off x="809638" y="350407"/>
            <a:ext cx="9906000" cy="147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4400"/>
              <a:t>Dataset Strategy</a:t>
            </a:r>
            <a:endParaRPr sz="4400"/>
          </a:p>
        </p:txBody>
      </p:sp>
      <p:graphicFrame>
        <p:nvGraphicFramePr>
          <p:cNvPr id="161" name="Google Shape;161;p17"/>
          <p:cNvGraphicFramePr/>
          <p:nvPr/>
        </p:nvGraphicFramePr>
        <p:xfrm>
          <a:off x="569749" y="1801933"/>
          <a:ext cx="3000000" cy="3000000"/>
        </p:xfrm>
        <a:graphic>
          <a:graphicData uri="http://schemas.openxmlformats.org/drawingml/2006/table">
            <a:tbl>
              <a:tblPr>
                <a:noFill/>
                <a:tableStyleId>{9A3A7422-4487-4A3D-A676-3A3D116283A2}</a:tableStyleId>
              </a:tblPr>
              <a:tblGrid>
                <a:gridCol w="2988150"/>
                <a:gridCol w="7584575"/>
              </a:tblGrid>
              <a:tr h="342900">
                <a:tc>
                  <a:txBody>
                    <a:bodyPr/>
                    <a:lstStyle/>
                    <a:p>
                      <a:pPr indent="0" lvl="0" marL="0" rtl="0" algn="l">
                        <a:lnSpc>
                          <a:spcPct val="115000"/>
                        </a:lnSpc>
                        <a:spcBef>
                          <a:spcPts val="0"/>
                        </a:spcBef>
                        <a:spcAft>
                          <a:spcPts val="0"/>
                        </a:spcAft>
                        <a:buNone/>
                      </a:pPr>
                      <a:r>
                        <a:rPr b="1" lang="en-US" sz="1800">
                          <a:solidFill>
                            <a:srgbClr val="1F1F1F"/>
                          </a:solidFill>
                          <a:latin typeface="Open Sans"/>
                          <a:ea typeface="Open Sans"/>
                          <a:cs typeface="Open Sans"/>
                          <a:sym typeface="Open Sans"/>
                        </a:rPr>
                        <a:t>Dataset</a:t>
                      </a:r>
                      <a:endParaRPr sz="1800">
                        <a:solidFill>
                          <a:srgbClr val="1F1F1F"/>
                        </a:solidFill>
                        <a:latin typeface="Open Sans"/>
                        <a:ea typeface="Open Sans"/>
                        <a:cs typeface="Open Sans"/>
                        <a:sym typeface="Open Sans"/>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F4CCCC"/>
                    </a:solidFill>
                  </a:tcPr>
                </a:tc>
                <a:tc>
                  <a:txBody>
                    <a:bodyPr/>
                    <a:lstStyle/>
                    <a:p>
                      <a:pPr indent="0" lvl="0" marL="0" rtl="0" algn="l">
                        <a:lnSpc>
                          <a:spcPct val="115000"/>
                        </a:lnSpc>
                        <a:spcBef>
                          <a:spcPts val="0"/>
                        </a:spcBef>
                        <a:spcAft>
                          <a:spcPts val="0"/>
                        </a:spcAft>
                        <a:buNone/>
                      </a:pPr>
                      <a:r>
                        <a:rPr b="1" lang="en-US" sz="1800">
                          <a:solidFill>
                            <a:srgbClr val="1F1F1F"/>
                          </a:solidFill>
                          <a:latin typeface="Open Sans"/>
                          <a:ea typeface="Open Sans"/>
                          <a:cs typeface="Open Sans"/>
                          <a:sym typeface="Open Sans"/>
                        </a:rPr>
                        <a:t>Primary Use in Project</a:t>
                      </a:r>
                      <a:endParaRPr sz="1800">
                        <a:solidFill>
                          <a:srgbClr val="1F1F1F"/>
                        </a:solidFill>
                        <a:latin typeface="Open Sans"/>
                        <a:ea typeface="Open Sans"/>
                        <a:cs typeface="Open Sans"/>
                        <a:sym typeface="Open Sans"/>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F4CCCC"/>
                    </a:solidFill>
                  </a:tcPr>
                </a:tc>
              </a:tr>
              <a:tr h="514350">
                <a:tc>
                  <a:txBody>
                    <a:bodyPr/>
                    <a:lstStyle/>
                    <a:p>
                      <a:pPr indent="0" lvl="0" marL="0" rtl="0" algn="l">
                        <a:lnSpc>
                          <a:spcPct val="115000"/>
                        </a:lnSpc>
                        <a:spcBef>
                          <a:spcPts val="0"/>
                        </a:spcBef>
                        <a:spcAft>
                          <a:spcPts val="0"/>
                        </a:spcAft>
                        <a:buNone/>
                      </a:pPr>
                      <a:r>
                        <a:rPr b="1" lang="en-US" sz="1800">
                          <a:solidFill>
                            <a:srgbClr val="1F1F1F"/>
                          </a:solidFill>
                          <a:latin typeface="Open Sans"/>
                          <a:ea typeface="Open Sans"/>
                          <a:cs typeface="Open Sans"/>
                          <a:sym typeface="Open Sans"/>
                        </a:rPr>
                        <a:t>Gamayun French - Swahili (Congo) Kit:</a:t>
                      </a:r>
                      <a:endParaRPr sz="1800">
                        <a:solidFill>
                          <a:srgbClr val="1F1F1F"/>
                        </a:solidFill>
                        <a:latin typeface="Open Sans"/>
                        <a:ea typeface="Open Sans"/>
                        <a:cs typeface="Open Sans"/>
                        <a:sym typeface="Open Sans"/>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800">
                          <a:solidFill>
                            <a:srgbClr val="1F1F1F"/>
                          </a:solidFill>
                          <a:latin typeface="Open Sans"/>
                          <a:ea typeface="Open Sans"/>
                          <a:cs typeface="Open Sans"/>
                          <a:sym typeface="Open Sans"/>
                        </a:rPr>
                        <a:t>Provides the specific </a:t>
                      </a:r>
                      <a:r>
                        <a:rPr b="1" lang="en-US" sz="1800">
                          <a:solidFill>
                            <a:srgbClr val="1F1F1F"/>
                          </a:solidFill>
                          <a:latin typeface="Open Sans"/>
                          <a:ea typeface="Open Sans"/>
                          <a:cs typeface="Open Sans"/>
                          <a:sym typeface="Open Sans"/>
                        </a:rPr>
                        <a:t>Swahili-French</a:t>
                      </a:r>
                      <a:r>
                        <a:rPr lang="en-US" sz="1800">
                          <a:solidFill>
                            <a:srgbClr val="1F1F1F"/>
                          </a:solidFill>
                          <a:latin typeface="Open Sans"/>
                          <a:ea typeface="Open Sans"/>
                          <a:cs typeface="Open Sans"/>
                          <a:sym typeface="Open Sans"/>
                        </a:rPr>
                        <a:t> code-switching pairs common in the DRC. [Masakhane: 10,305 sentences]</a:t>
                      </a:r>
                      <a:endParaRPr sz="1800">
                        <a:solidFill>
                          <a:srgbClr val="1F1F1F"/>
                        </a:solidFill>
                        <a:latin typeface="Open Sans"/>
                        <a:ea typeface="Open Sans"/>
                        <a:cs typeface="Open Sans"/>
                        <a:sym typeface="Open Sans"/>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939475">
                <a:tc>
                  <a:txBody>
                    <a:bodyPr/>
                    <a:lstStyle/>
                    <a:p>
                      <a:pPr indent="0" lvl="0" marL="0" rtl="0" algn="l">
                        <a:lnSpc>
                          <a:spcPct val="115000"/>
                        </a:lnSpc>
                        <a:spcBef>
                          <a:spcPts val="0"/>
                        </a:spcBef>
                        <a:spcAft>
                          <a:spcPts val="0"/>
                        </a:spcAft>
                        <a:buNone/>
                      </a:pPr>
                      <a:r>
                        <a:rPr b="1" lang="en-US" sz="1800">
                          <a:solidFill>
                            <a:srgbClr val="1F1F1F"/>
                          </a:solidFill>
                          <a:latin typeface="Open Sans"/>
                          <a:ea typeface="Open Sans"/>
                          <a:cs typeface="Open Sans"/>
                          <a:sym typeface="Open Sans"/>
                        </a:rPr>
                        <a:t>Hate Speech Kenya</a:t>
                      </a:r>
                      <a:endParaRPr sz="1800">
                        <a:solidFill>
                          <a:srgbClr val="1F1F1F"/>
                        </a:solidFill>
                        <a:latin typeface="Open Sans"/>
                        <a:ea typeface="Open Sans"/>
                        <a:cs typeface="Open Sans"/>
                        <a:sym typeface="Open Sans"/>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800">
                          <a:solidFill>
                            <a:srgbClr val="1F1F1F"/>
                          </a:solidFill>
                          <a:latin typeface="Open Sans"/>
                          <a:ea typeface="Open Sans"/>
                          <a:cs typeface="Open Sans"/>
                          <a:sym typeface="Open Sans"/>
                        </a:rPr>
                        <a:t>Used for </a:t>
                      </a:r>
                      <a:r>
                        <a:rPr b="1" lang="en-US" sz="1800">
                          <a:solidFill>
                            <a:srgbClr val="1F1F1F"/>
                          </a:solidFill>
                          <a:latin typeface="Open Sans"/>
                          <a:ea typeface="Open Sans"/>
                          <a:cs typeface="Open Sans"/>
                          <a:sym typeface="Open Sans"/>
                        </a:rPr>
                        <a:t>Transfer Learning</a:t>
                      </a:r>
                      <a:r>
                        <a:rPr lang="en-US" sz="1800">
                          <a:solidFill>
                            <a:srgbClr val="1F1F1F"/>
                          </a:solidFill>
                          <a:latin typeface="Open Sans"/>
                          <a:ea typeface="Open Sans"/>
                          <a:cs typeface="Open Sans"/>
                          <a:sym typeface="Open Sans"/>
                        </a:rPr>
                        <a:t>; the Swahili-English code-switching patterns help the model learn the "logic" of switching between two different grammars. [Kaggle: 48,076 tweets]</a:t>
                      </a:r>
                      <a:endParaRPr sz="1800">
                        <a:solidFill>
                          <a:srgbClr val="1F1F1F"/>
                        </a:solidFill>
                        <a:latin typeface="Open Sans"/>
                        <a:ea typeface="Open Sans"/>
                        <a:cs typeface="Open Sans"/>
                        <a:sym typeface="Open Sans"/>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862075">
                <a:tc>
                  <a:txBody>
                    <a:bodyPr/>
                    <a:lstStyle/>
                    <a:p>
                      <a:pPr indent="0" lvl="0" marL="0" rtl="0" algn="l">
                        <a:lnSpc>
                          <a:spcPct val="115000"/>
                        </a:lnSpc>
                        <a:spcBef>
                          <a:spcPts val="0"/>
                        </a:spcBef>
                        <a:spcAft>
                          <a:spcPts val="0"/>
                        </a:spcAft>
                        <a:buNone/>
                      </a:pPr>
                      <a:r>
                        <a:rPr b="1" lang="en-US" sz="1800">
                          <a:solidFill>
                            <a:srgbClr val="1F1F1F"/>
                          </a:solidFill>
                          <a:latin typeface="Open Sans"/>
                          <a:ea typeface="Open Sans"/>
                          <a:cs typeface="Open Sans"/>
                          <a:sym typeface="Open Sans"/>
                        </a:rPr>
                        <a:t>Google Waxal NLP</a:t>
                      </a:r>
                      <a:endParaRPr sz="1800">
                        <a:solidFill>
                          <a:srgbClr val="1F1F1F"/>
                        </a:solidFill>
                        <a:latin typeface="Open Sans"/>
                        <a:ea typeface="Open Sans"/>
                        <a:cs typeface="Open Sans"/>
                        <a:sym typeface="Open Sans"/>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800">
                          <a:solidFill>
                            <a:srgbClr val="1F1F1F"/>
                          </a:solidFill>
                          <a:latin typeface="Open Sans"/>
                          <a:ea typeface="Open Sans"/>
                          <a:cs typeface="Open Sans"/>
                          <a:sym typeface="Open Sans"/>
                        </a:rPr>
                        <a:t>Crucial for </a:t>
                      </a:r>
                      <a:r>
                        <a:rPr b="1" lang="en-US" sz="1800">
                          <a:solidFill>
                            <a:srgbClr val="1F1F1F"/>
                          </a:solidFill>
                          <a:latin typeface="Open Sans"/>
                          <a:ea typeface="Open Sans"/>
                          <a:cs typeface="Open Sans"/>
                          <a:sym typeface="Open Sans"/>
                        </a:rPr>
                        <a:t>Lingala &amp; Swahili audio</a:t>
                      </a:r>
                      <a:r>
                        <a:rPr lang="en-US" sz="1800">
                          <a:solidFill>
                            <a:srgbClr val="1F1F1F"/>
                          </a:solidFill>
                          <a:latin typeface="Open Sans"/>
                          <a:ea typeface="Open Sans"/>
                          <a:cs typeface="Open Sans"/>
                          <a:sym typeface="Open Sans"/>
                        </a:rPr>
                        <a:t>. We will use this to ground our text models in real Congolese phonetics and audio signatures. [by Google on Huggingface: 1,250 hours natural speech]</a:t>
                      </a:r>
                      <a:endParaRPr sz="1800">
                        <a:solidFill>
                          <a:srgbClr val="1F1F1F"/>
                        </a:solidFill>
                        <a:latin typeface="Open Sans"/>
                        <a:ea typeface="Open Sans"/>
                        <a:cs typeface="Open Sans"/>
                        <a:sym typeface="Open Sans"/>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514350">
                <a:tc>
                  <a:txBody>
                    <a:bodyPr/>
                    <a:lstStyle/>
                    <a:p>
                      <a:pPr indent="0" lvl="0" marL="0" rtl="0" algn="l">
                        <a:lnSpc>
                          <a:spcPct val="115000"/>
                        </a:lnSpc>
                        <a:spcBef>
                          <a:spcPts val="0"/>
                        </a:spcBef>
                        <a:spcAft>
                          <a:spcPts val="0"/>
                        </a:spcAft>
                        <a:buNone/>
                      </a:pPr>
                      <a:r>
                        <a:rPr b="1" lang="en-US" sz="1800">
                          <a:solidFill>
                            <a:srgbClr val="1F1F1F"/>
                          </a:solidFill>
                          <a:latin typeface="Open Sans"/>
                          <a:ea typeface="Open Sans"/>
                          <a:cs typeface="Open Sans"/>
                          <a:sym typeface="Open Sans"/>
                        </a:rPr>
                        <a:t>Swahili News Classification</a:t>
                      </a:r>
                      <a:endParaRPr sz="1800">
                        <a:solidFill>
                          <a:srgbClr val="1F1F1F"/>
                        </a:solidFill>
                        <a:latin typeface="Open Sans"/>
                        <a:ea typeface="Open Sans"/>
                        <a:cs typeface="Open Sans"/>
                        <a:sym typeface="Open Sans"/>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800">
                          <a:solidFill>
                            <a:srgbClr val="1F1F1F"/>
                          </a:solidFill>
                          <a:latin typeface="Open Sans"/>
                          <a:ea typeface="Open Sans"/>
                          <a:cs typeface="Open Sans"/>
                          <a:sym typeface="Open Sans"/>
                        </a:rPr>
                        <a:t>Will s</a:t>
                      </a:r>
                      <a:r>
                        <a:rPr lang="en-US" sz="1800">
                          <a:solidFill>
                            <a:srgbClr val="1F1F1F"/>
                          </a:solidFill>
                          <a:latin typeface="Open Sans"/>
                          <a:ea typeface="Open Sans"/>
                          <a:cs typeface="Open Sans"/>
                          <a:sym typeface="Open Sans"/>
                        </a:rPr>
                        <a:t>erve as the "Formal Baseline" to ensure the model maintains high accuracy for core Swahili vocabulary. [Kaggle: 6,439 news]</a:t>
                      </a:r>
                      <a:endParaRPr sz="1800">
                        <a:solidFill>
                          <a:srgbClr val="1F1F1F"/>
                        </a:solidFill>
                        <a:latin typeface="Open Sans"/>
                        <a:ea typeface="Open Sans"/>
                        <a:cs typeface="Open Sans"/>
                        <a:sym typeface="Open Sans"/>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grpSp>
        <p:nvGrpSpPr>
          <p:cNvPr id="166" name="Google Shape;166;p18"/>
          <p:cNvGrpSpPr/>
          <p:nvPr/>
        </p:nvGrpSpPr>
        <p:grpSpPr>
          <a:xfrm>
            <a:off x="442321" y="1486602"/>
            <a:ext cx="11307304" cy="4769101"/>
            <a:chOff x="3535" y="22947"/>
            <a:chExt cx="11307304" cy="4446300"/>
          </a:xfrm>
        </p:grpSpPr>
        <p:sp>
          <p:nvSpPr>
            <p:cNvPr id="167" name="Google Shape;167;p18"/>
            <p:cNvSpPr/>
            <p:nvPr/>
          </p:nvSpPr>
          <p:spPr>
            <a:xfrm>
              <a:off x="3535" y="22947"/>
              <a:ext cx="3447300" cy="691200"/>
            </a:xfrm>
            <a:prstGeom prst="rect">
              <a:avLst/>
            </a:prstGeom>
            <a:solidFill>
              <a:srgbClr val="BB0027"/>
            </a:solidFill>
            <a:ln cap="flat" cmpd="sng" w="15875">
              <a:solidFill>
                <a:srgbClr val="19AC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8"/>
            <p:cNvSpPr txBox="1"/>
            <p:nvPr/>
          </p:nvSpPr>
          <p:spPr>
            <a:xfrm>
              <a:off x="3535" y="22947"/>
              <a:ext cx="3447300" cy="691200"/>
            </a:xfrm>
            <a:prstGeom prst="rect">
              <a:avLst/>
            </a:prstGeom>
            <a:solidFill>
              <a:srgbClr val="BB0027"/>
            </a:solidFill>
            <a:ln>
              <a:noFill/>
            </a:ln>
          </p:spPr>
          <p:txBody>
            <a:bodyPr anchorCtr="0" anchor="ctr" bIns="97525" lIns="170675" spcFirstLastPara="1" rIns="170675" wrap="square" tIns="97525">
              <a:noAutofit/>
            </a:bodyPr>
            <a:lstStyle/>
            <a:p>
              <a:pPr indent="0" lvl="0" marL="0" marR="0" rtl="0" algn="ctr">
                <a:lnSpc>
                  <a:spcPct val="90000"/>
                </a:lnSpc>
                <a:spcBef>
                  <a:spcPts val="0"/>
                </a:spcBef>
                <a:spcAft>
                  <a:spcPts val="0"/>
                </a:spcAft>
                <a:buClr>
                  <a:schemeClr val="lt1"/>
                </a:buClr>
                <a:buSzPts val="2400"/>
                <a:buFont typeface="Tahoma"/>
                <a:buNone/>
              </a:pPr>
              <a:r>
                <a:rPr b="1" lang="en-US" sz="2400">
                  <a:solidFill>
                    <a:schemeClr val="lt1"/>
                  </a:solidFill>
                  <a:latin typeface="Tahoma"/>
                  <a:ea typeface="Tahoma"/>
                  <a:cs typeface="Tahoma"/>
                  <a:sym typeface="Tahoma"/>
                </a:rPr>
                <a:t>Candidate Models</a:t>
              </a:r>
              <a:endParaRPr/>
            </a:p>
          </p:txBody>
        </p:sp>
        <p:sp>
          <p:nvSpPr>
            <p:cNvPr id="169" name="Google Shape;169;p18"/>
            <p:cNvSpPr/>
            <p:nvPr/>
          </p:nvSpPr>
          <p:spPr>
            <a:xfrm>
              <a:off x="3535" y="714147"/>
              <a:ext cx="3447300" cy="3755100"/>
            </a:xfrm>
            <a:prstGeom prst="rect">
              <a:avLst/>
            </a:prstGeom>
            <a:solidFill>
              <a:srgbClr val="BB0027"/>
            </a:solidFill>
            <a:ln cap="flat" cmpd="sng" w="15875">
              <a:solidFill>
                <a:srgbClr val="CBE2F5">
                  <a:alpha val="9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8"/>
            <p:cNvSpPr txBox="1"/>
            <p:nvPr/>
          </p:nvSpPr>
          <p:spPr>
            <a:xfrm>
              <a:off x="3535" y="714147"/>
              <a:ext cx="3447300" cy="3755100"/>
            </a:xfrm>
            <a:prstGeom prst="rect">
              <a:avLst/>
            </a:prstGeom>
            <a:solidFill>
              <a:srgbClr val="F4CCCC"/>
            </a:solidFill>
            <a:ln>
              <a:noFill/>
            </a:ln>
          </p:spPr>
          <p:txBody>
            <a:bodyPr anchorCtr="0" anchor="t" bIns="192000" lIns="128000" spcFirstLastPara="1" rIns="170675" wrap="square" tIns="128000">
              <a:noAutofit/>
            </a:bodyPr>
            <a:lstStyle/>
            <a:p>
              <a:pPr indent="-196850" lvl="1" marL="228600" marR="0" rtl="0" algn="l">
                <a:lnSpc>
                  <a:spcPct val="90000"/>
                </a:lnSpc>
                <a:spcBef>
                  <a:spcPts val="360"/>
                </a:spcBef>
                <a:spcAft>
                  <a:spcPts val="0"/>
                </a:spcAft>
                <a:buClr>
                  <a:schemeClr val="dk1"/>
                </a:buClr>
                <a:buSzPts val="1900"/>
                <a:buFont typeface="Open Sans"/>
                <a:buChar char="▪"/>
              </a:pPr>
              <a:r>
                <a:rPr b="1" lang="en-US" sz="1900">
                  <a:solidFill>
                    <a:schemeClr val="dk1"/>
                  </a:solidFill>
                  <a:latin typeface="Open Sans"/>
                  <a:ea typeface="Open Sans"/>
                  <a:cs typeface="Open Sans"/>
                  <a:sym typeface="Open Sans"/>
                </a:rPr>
                <a:t>Serengeti</a:t>
              </a:r>
              <a:endParaRPr b="1" sz="1900">
                <a:solidFill>
                  <a:schemeClr val="dk1"/>
                </a:solidFill>
                <a:latin typeface="Open Sans"/>
                <a:ea typeface="Open Sans"/>
                <a:cs typeface="Open Sans"/>
                <a:sym typeface="Open Sans"/>
              </a:endParaRPr>
            </a:p>
            <a:p>
              <a:pPr indent="0" lvl="0" marL="914400" marR="0" rtl="0" algn="l">
                <a:lnSpc>
                  <a:spcPct val="90000"/>
                </a:lnSpc>
                <a:spcBef>
                  <a:spcPts val="360"/>
                </a:spcBef>
                <a:spcAft>
                  <a:spcPts val="0"/>
                </a:spcAft>
                <a:buNone/>
              </a:pPr>
              <a:r>
                <a:t/>
              </a:r>
              <a:endParaRPr b="1" sz="1900">
                <a:solidFill>
                  <a:schemeClr val="dk1"/>
                </a:solidFill>
                <a:latin typeface="Open Sans"/>
                <a:ea typeface="Open Sans"/>
                <a:cs typeface="Open Sans"/>
                <a:sym typeface="Open Sans"/>
              </a:endParaRPr>
            </a:p>
            <a:p>
              <a:pPr indent="-196850" lvl="1" marL="228600" marR="0" rtl="0" algn="l">
                <a:lnSpc>
                  <a:spcPct val="90000"/>
                </a:lnSpc>
                <a:spcBef>
                  <a:spcPts val="360"/>
                </a:spcBef>
                <a:spcAft>
                  <a:spcPts val="0"/>
                </a:spcAft>
                <a:buClr>
                  <a:schemeClr val="dk1"/>
                </a:buClr>
                <a:buSzPts val="1900"/>
                <a:buFont typeface="Open Sans"/>
                <a:buChar char="▪"/>
              </a:pPr>
              <a:r>
                <a:rPr b="1" lang="en-US" sz="1900">
                  <a:solidFill>
                    <a:schemeClr val="dk1"/>
                  </a:solidFill>
                  <a:latin typeface="Open Sans"/>
                  <a:ea typeface="Open Sans"/>
                  <a:cs typeface="Open Sans"/>
                  <a:sym typeface="Open Sans"/>
                </a:rPr>
                <a:t>AfriBERTa</a:t>
              </a:r>
              <a:endParaRPr b="1" sz="1900">
                <a:solidFill>
                  <a:schemeClr val="dk1"/>
                </a:solidFill>
                <a:latin typeface="Open Sans"/>
                <a:ea typeface="Open Sans"/>
                <a:cs typeface="Open Sans"/>
                <a:sym typeface="Open Sans"/>
              </a:endParaRPr>
            </a:p>
            <a:p>
              <a:pPr indent="0" lvl="0" marL="0" marR="0" rtl="0" algn="l">
                <a:lnSpc>
                  <a:spcPct val="90000"/>
                </a:lnSpc>
                <a:spcBef>
                  <a:spcPts val="360"/>
                </a:spcBef>
                <a:spcAft>
                  <a:spcPts val="0"/>
                </a:spcAft>
                <a:buNone/>
              </a:pPr>
              <a:r>
                <a:t/>
              </a:r>
              <a:endParaRPr b="1" sz="1900">
                <a:solidFill>
                  <a:schemeClr val="dk1"/>
                </a:solidFill>
                <a:latin typeface="Open Sans"/>
                <a:ea typeface="Open Sans"/>
                <a:cs typeface="Open Sans"/>
                <a:sym typeface="Open Sans"/>
              </a:endParaRPr>
            </a:p>
            <a:p>
              <a:pPr indent="-196850" lvl="1" marL="228600" marR="0" rtl="0" algn="l">
                <a:lnSpc>
                  <a:spcPct val="90000"/>
                </a:lnSpc>
                <a:spcBef>
                  <a:spcPts val="360"/>
                </a:spcBef>
                <a:spcAft>
                  <a:spcPts val="0"/>
                </a:spcAft>
                <a:buClr>
                  <a:schemeClr val="dk1"/>
                </a:buClr>
                <a:buSzPts val="1900"/>
                <a:buFont typeface="Open Sans"/>
                <a:buChar char="▪"/>
              </a:pPr>
              <a:r>
                <a:rPr b="1" lang="en-US" sz="1900">
                  <a:solidFill>
                    <a:schemeClr val="dk1"/>
                  </a:solidFill>
                  <a:latin typeface="Open Sans"/>
                  <a:ea typeface="Open Sans"/>
                  <a:cs typeface="Open Sans"/>
                  <a:sym typeface="Open Sans"/>
                </a:rPr>
                <a:t>CLAP (Contrastive Language-Audio Pretraining)</a:t>
              </a:r>
              <a:endParaRPr b="1" sz="1900">
                <a:solidFill>
                  <a:schemeClr val="dk1"/>
                </a:solidFill>
                <a:latin typeface="Open Sans"/>
                <a:ea typeface="Open Sans"/>
                <a:cs typeface="Open Sans"/>
                <a:sym typeface="Open Sans"/>
              </a:endParaRPr>
            </a:p>
            <a:p>
              <a:pPr indent="0" lvl="0" marL="0" marR="0" rtl="0" algn="l">
                <a:lnSpc>
                  <a:spcPct val="90000"/>
                </a:lnSpc>
                <a:spcBef>
                  <a:spcPts val="360"/>
                </a:spcBef>
                <a:spcAft>
                  <a:spcPts val="0"/>
                </a:spcAft>
                <a:buNone/>
              </a:pPr>
              <a:r>
                <a:t/>
              </a:r>
              <a:endParaRPr b="1" sz="1900">
                <a:solidFill>
                  <a:schemeClr val="dk1"/>
                </a:solidFill>
                <a:latin typeface="Open Sans"/>
                <a:ea typeface="Open Sans"/>
                <a:cs typeface="Open Sans"/>
                <a:sym typeface="Open Sans"/>
              </a:endParaRPr>
            </a:p>
            <a:p>
              <a:pPr indent="-196850" lvl="1" marL="228600" marR="0" rtl="0" algn="l">
                <a:lnSpc>
                  <a:spcPct val="90000"/>
                </a:lnSpc>
                <a:spcBef>
                  <a:spcPts val="360"/>
                </a:spcBef>
                <a:spcAft>
                  <a:spcPts val="0"/>
                </a:spcAft>
                <a:buClr>
                  <a:schemeClr val="dk1"/>
                </a:buClr>
                <a:buSzPts val="1900"/>
                <a:buFont typeface="Open Sans"/>
                <a:buChar char="▪"/>
              </a:pPr>
              <a:r>
                <a:rPr b="1" lang="en-US" sz="1900">
                  <a:solidFill>
                    <a:schemeClr val="dk1"/>
                  </a:solidFill>
                  <a:latin typeface="Open Sans"/>
                  <a:ea typeface="Open Sans"/>
                  <a:cs typeface="Open Sans"/>
                  <a:sym typeface="Open Sans"/>
                </a:rPr>
                <a:t>CLASP (Contrastive Language-Speech Pretraining)</a:t>
              </a:r>
              <a:endParaRPr sz="1900">
                <a:solidFill>
                  <a:schemeClr val="dk1"/>
                </a:solidFill>
                <a:latin typeface="Open Sans"/>
                <a:ea typeface="Open Sans"/>
                <a:cs typeface="Open Sans"/>
                <a:sym typeface="Open Sans"/>
              </a:endParaRPr>
            </a:p>
          </p:txBody>
        </p:sp>
        <p:sp>
          <p:nvSpPr>
            <p:cNvPr id="171" name="Google Shape;171;p18"/>
            <p:cNvSpPr/>
            <p:nvPr/>
          </p:nvSpPr>
          <p:spPr>
            <a:xfrm>
              <a:off x="3933537" y="22947"/>
              <a:ext cx="3447300" cy="691200"/>
            </a:xfrm>
            <a:prstGeom prst="rect">
              <a:avLst/>
            </a:prstGeom>
            <a:solidFill>
              <a:srgbClr val="BB0027"/>
            </a:solidFill>
            <a:ln cap="flat" cmpd="sng" w="15875">
              <a:solidFill>
                <a:srgbClr val="19AC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8"/>
            <p:cNvSpPr txBox="1"/>
            <p:nvPr/>
          </p:nvSpPr>
          <p:spPr>
            <a:xfrm>
              <a:off x="3933537" y="22947"/>
              <a:ext cx="3447300" cy="691200"/>
            </a:xfrm>
            <a:prstGeom prst="rect">
              <a:avLst/>
            </a:prstGeom>
            <a:solidFill>
              <a:srgbClr val="BB0027"/>
            </a:solidFill>
            <a:ln>
              <a:noFill/>
            </a:ln>
          </p:spPr>
          <p:txBody>
            <a:bodyPr anchorCtr="0" anchor="ctr" bIns="97525" lIns="170675" spcFirstLastPara="1" rIns="170675" wrap="square" tIns="97525">
              <a:noAutofit/>
            </a:bodyPr>
            <a:lstStyle/>
            <a:p>
              <a:pPr indent="0" lvl="0" marL="0" marR="0" rtl="0" algn="ctr">
                <a:lnSpc>
                  <a:spcPct val="90000"/>
                </a:lnSpc>
                <a:spcBef>
                  <a:spcPts val="0"/>
                </a:spcBef>
                <a:spcAft>
                  <a:spcPts val="0"/>
                </a:spcAft>
                <a:buClr>
                  <a:schemeClr val="lt1"/>
                </a:buClr>
                <a:buSzPts val="2400"/>
                <a:buFont typeface="Tahoma"/>
                <a:buNone/>
              </a:pPr>
              <a:r>
                <a:rPr b="1" lang="en-US" sz="2400">
                  <a:solidFill>
                    <a:schemeClr val="lt1"/>
                  </a:solidFill>
                  <a:latin typeface="Tahoma"/>
                  <a:ea typeface="Tahoma"/>
                  <a:cs typeface="Tahoma"/>
                  <a:sym typeface="Tahoma"/>
                </a:rPr>
                <a:t>Retrieval Tasks</a:t>
              </a:r>
              <a:endParaRPr/>
            </a:p>
          </p:txBody>
        </p:sp>
        <p:sp>
          <p:nvSpPr>
            <p:cNvPr id="173" name="Google Shape;173;p18"/>
            <p:cNvSpPr/>
            <p:nvPr/>
          </p:nvSpPr>
          <p:spPr>
            <a:xfrm>
              <a:off x="3933537" y="714147"/>
              <a:ext cx="3447300" cy="3755100"/>
            </a:xfrm>
            <a:prstGeom prst="rect">
              <a:avLst/>
            </a:prstGeom>
            <a:solidFill>
              <a:srgbClr val="BB0027"/>
            </a:solidFill>
            <a:ln cap="flat" cmpd="sng" w="15875">
              <a:solidFill>
                <a:srgbClr val="CBE2F5">
                  <a:alpha val="9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8"/>
            <p:cNvSpPr txBox="1"/>
            <p:nvPr/>
          </p:nvSpPr>
          <p:spPr>
            <a:xfrm>
              <a:off x="3933537" y="714147"/>
              <a:ext cx="3447300" cy="3755100"/>
            </a:xfrm>
            <a:prstGeom prst="rect">
              <a:avLst/>
            </a:prstGeom>
            <a:solidFill>
              <a:srgbClr val="F4CCCC"/>
            </a:solidFill>
            <a:ln>
              <a:noFill/>
            </a:ln>
          </p:spPr>
          <p:txBody>
            <a:bodyPr anchorCtr="0" anchor="t" bIns="192000" lIns="128000" spcFirstLastPara="1" rIns="170675" wrap="square" tIns="128000">
              <a:noAutofit/>
            </a:bodyPr>
            <a:lstStyle/>
            <a:p>
              <a:pPr indent="-190500" lvl="1" marL="228600" marR="0" rtl="0" algn="l">
                <a:lnSpc>
                  <a:spcPct val="90000"/>
                </a:lnSpc>
                <a:spcBef>
                  <a:spcPts val="360"/>
                </a:spcBef>
                <a:spcAft>
                  <a:spcPts val="0"/>
                </a:spcAft>
                <a:buClr>
                  <a:schemeClr val="dk1"/>
                </a:buClr>
                <a:buSzPts val="1800"/>
                <a:buFont typeface="Open Sans"/>
                <a:buChar char="▪"/>
              </a:pPr>
              <a:r>
                <a:rPr b="1" lang="en-US" sz="1800">
                  <a:solidFill>
                    <a:schemeClr val="dk1"/>
                  </a:solidFill>
                  <a:latin typeface="Open Sans"/>
                  <a:ea typeface="Open Sans"/>
                  <a:cs typeface="Open Sans"/>
                  <a:sym typeface="Open Sans"/>
                </a:rPr>
                <a:t>Text-to-Text (T2T):  </a:t>
              </a:r>
              <a:r>
                <a:rPr lang="en-US" sz="1800">
                  <a:solidFill>
                    <a:schemeClr val="dk1"/>
                  </a:solidFill>
                  <a:latin typeface="Open Sans"/>
                  <a:ea typeface="Open Sans"/>
                  <a:cs typeface="Open Sans"/>
                  <a:sym typeface="Open Sans"/>
                </a:rPr>
                <a:t>Query: "Corruption"  (French) Result: "Kula rushwa na pamba pamba" (Swahili/Lingala mix).</a:t>
              </a:r>
              <a:endParaRPr sz="1800">
                <a:solidFill>
                  <a:schemeClr val="dk1"/>
                </a:solidFill>
                <a:latin typeface="Open Sans"/>
                <a:ea typeface="Open Sans"/>
                <a:cs typeface="Open Sans"/>
                <a:sym typeface="Open Sans"/>
              </a:endParaRPr>
            </a:p>
            <a:p>
              <a:pPr indent="0" lvl="0" marL="0" marR="0" rtl="0" algn="l">
                <a:lnSpc>
                  <a:spcPct val="90000"/>
                </a:lnSpc>
                <a:spcBef>
                  <a:spcPts val="360"/>
                </a:spcBef>
                <a:spcAft>
                  <a:spcPts val="0"/>
                </a:spcAft>
                <a:buNone/>
              </a:pPr>
              <a:r>
                <a:t/>
              </a:r>
              <a:endParaRPr sz="1800">
                <a:solidFill>
                  <a:schemeClr val="dk1"/>
                </a:solidFill>
                <a:latin typeface="Open Sans"/>
                <a:ea typeface="Open Sans"/>
                <a:cs typeface="Open Sans"/>
                <a:sym typeface="Open Sans"/>
              </a:endParaRPr>
            </a:p>
            <a:p>
              <a:pPr indent="-190500" lvl="1" marL="228600" marR="0" rtl="0" algn="l">
                <a:lnSpc>
                  <a:spcPct val="90000"/>
                </a:lnSpc>
                <a:spcBef>
                  <a:spcPts val="360"/>
                </a:spcBef>
                <a:spcAft>
                  <a:spcPts val="0"/>
                </a:spcAft>
                <a:buClr>
                  <a:schemeClr val="dk1"/>
                </a:buClr>
                <a:buSzPts val="1800"/>
                <a:buFont typeface="Open Sans"/>
                <a:buChar char="▪"/>
              </a:pPr>
              <a:r>
                <a:rPr b="1" lang="en-US" sz="1800">
                  <a:solidFill>
                    <a:schemeClr val="dk1"/>
                  </a:solidFill>
                  <a:latin typeface="Open Sans"/>
                  <a:ea typeface="Open Sans"/>
                  <a:cs typeface="Open Sans"/>
                  <a:sym typeface="Open Sans"/>
                </a:rPr>
                <a:t>Audio-to-Text (A2T) / Text-to-Audio (T2A):</a:t>
              </a:r>
              <a:r>
                <a:rPr lang="en-US" sz="1800">
                  <a:solidFill>
                    <a:schemeClr val="dk1"/>
                  </a:solidFill>
                  <a:latin typeface="Open Sans"/>
                  <a:ea typeface="Open Sans"/>
                  <a:cs typeface="Open Sans"/>
                  <a:sym typeface="Open Sans"/>
                </a:rPr>
                <a:t>  Query (Text): "Conflict" Result (Audio): A voice note clip containing "...batu ya bitumba..." (Lingala/Swahili mix).</a:t>
              </a:r>
              <a:endParaRPr sz="1800">
                <a:solidFill>
                  <a:schemeClr val="dk1"/>
                </a:solidFill>
                <a:latin typeface="Open Sans"/>
                <a:ea typeface="Open Sans"/>
                <a:cs typeface="Open Sans"/>
                <a:sym typeface="Open Sans"/>
              </a:endParaRPr>
            </a:p>
          </p:txBody>
        </p:sp>
        <p:sp>
          <p:nvSpPr>
            <p:cNvPr id="175" name="Google Shape;175;p18"/>
            <p:cNvSpPr/>
            <p:nvPr/>
          </p:nvSpPr>
          <p:spPr>
            <a:xfrm>
              <a:off x="7863539" y="22947"/>
              <a:ext cx="3447300" cy="691200"/>
            </a:xfrm>
            <a:prstGeom prst="rect">
              <a:avLst/>
            </a:prstGeom>
            <a:solidFill>
              <a:srgbClr val="BB0027"/>
            </a:solidFill>
            <a:ln cap="flat" cmpd="sng" w="15875">
              <a:solidFill>
                <a:srgbClr val="19AC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8"/>
            <p:cNvSpPr txBox="1"/>
            <p:nvPr/>
          </p:nvSpPr>
          <p:spPr>
            <a:xfrm>
              <a:off x="7863539" y="22947"/>
              <a:ext cx="3447300" cy="691200"/>
            </a:xfrm>
            <a:prstGeom prst="rect">
              <a:avLst/>
            </a:prstGeom>
            <a:solidFill>
              <a:srgbClr val="BB0027"/>
            </a:solidFill>
            <a:ln>
              <a:noFill/>
            </a:ln>
          </p:spPr>
          <p:txBody>
            <a:bodyPr anchorCtr="0" anchor="ctr" bIns="97525" lIns="170675" spcFirstLastPara="1" rIns="170675" wrap="square" tIns="97525">
              <a:noAutofit/>
            </a:bodyPr>
            <a:lstStyle/>
            <a:p>
              <a:pPr indent="0" lvl="0" marL="0" marR="0" rtl="0" algn="ctr">
                <a:lnSpc>
                  <a:spcPct val="90000"/>
                </a:lnSpc>
                <a:spcBef>
                  <a:spcPts val="0"/>
                </a:spcBef>
                <a:spcAft>
                  <a:spcPts val="0"/>
                </a:spcAft>
                <a:buClr>
                  <a:schemeClr val="lt1"/>
                </a:buClr>
                <a:buSzPts val="2400"/>
                <a:buFont typeface="Tahoma"/>
                <a:buNone/>
              </a:pPr>
              <a:r>
                <a:rPr b="1" lang="en-US" sz="2400">
                  <a:solidFill>
                    <a:schemeClr val="lt1"/>
                  </a:solidFill>
                  <a:latin typeface="Tahoma"/>
                  <a:ea typeface="Tahoma"/>
                  <a:cs typeface="Tahoma"/>
                  <a:sym typeface="Tahoma"/>
                </a:rPr>
                <a:t>Evaluation Metrics</a:t>
              </a:r>
              <a:endParaRPr/>
            </a:p>
          </p:txBody>
        </p:sp>
        <p:sp>
          <p:nvSpPr>
            <p:cNvPr id="177" name="Google Shape;177;p18"/>
            <p:cNvSpPr/>
            <p:nvPr/>
          </p:nvSpPr>
          <p:spPr>
            <a:xfrm>
              <a:off x="7863539" y="714147"/>
              <a:ext cx="3447300" cy="3755100"/>
            </a:xfrm>
            <a:prstGeom prst="rect">
              <a:avLst/>
            </a:prstGeom>
            <a:solidFill>
              <a:srgbClr val="BB0027"/>
            </a:solidFill>
            <a:ln cap="flat" cmpd="sng" w="15875">
              <a:solidFill>
                <a:srgbClr val="CBE2F5">
                  <a:alpha val="9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8"/>
            <p:cNvSpPr txBox="1"/>
            <p:nvPr/>
          </p:nvSpPr>
          <p:spPr>
            <a:xfrm>
              <a:off x="7863539" y="714147"/>
              <a:ext cx="3447300" cy="3755100"/>
            </a:xfrm>
            <a:prstGeom prst="rect">
              <a:avLst/>
            </a:prstGeom>
            <a:solidFill>
              <a:srgbClr val="F4CCCC"/>
            </a:solidFill>
            <a:ln>
              <a:noFill/>
            </a:ln>
          </p:spPr>
          <p:txBody>
            <a:bodyPr anchorCtr="0" anchor="t" bIns="192000" lIns="128000" spcFirstLastPara="1" rIns="170675" wrap="square" tIns="128000">
              <a:noAutofit/>
            </a:bodyPr>
            <a:lstStyle/>
            <a:p>
              <a:pPr indent="-190500" lvl="1" marL="228600" marR="0" rtl="0" algn="l">
                <a:lnSpc>
                  <a:spcPct val="90000"/>
                </a:lnSpc>
                <a:spcBef>
                  <a:spcPts val="360"/>
                </a:spcBef>
                <a:spcAft>
                  <a:spcPts val="0"/>
                </a:spcAft>
                <a:buSzPts val="1800"/>
                <a:buFont typeface="Open Sans"/>
                <a:buChar char="▪"/>
              </a:pPr>
              <a:r>
                <a:rPr b="1" lang="en-US" sz="1800">
                  <a:latin typeface="Open Sans"/>
                  <a:ea typeface="Open Sans"/>
                  <a:cs typeface="Open Sans"/>
                  <a:sym typeface="Open Sans"/>
                </a:rPr>
                <a:t>Mean Reciprocal Rank (MRR):</a:t>
              </a:r>
              <a:r>
                <a:rPr lang="en-US" sz="1800">
                  <a:latin typeface="Open Sans"/>
                  <a:ea typeface="Open Sans"/>
                  <a:cs typeface="Open Sans"/>
                  <a:sym typeface="Open Sans"/>
                </a:rPr>
                <a:t> To measure how high the "correct" concept appears in search results across the mix.</a:t>
              </a:r>
              <a:endParaRPr sz="1800">
                <a:latin typeface="Open Sans"/>
                <a:ea typeface="Open Sans"/>
                <a:cs typeface="Open Sans"/>
                <a:sym typeface="Open Sans"/>
              </a:endParaRPr>
            </a:p>
            <a:p>
              <a:pPr indent="0" lvl="0" marL="0" marR="0" rtl="0" algn="l">
                <a:lnSpc>
                  <a:spcPct val="90000"/>
                </a:lnSpc>
                <a:spcBef>
                  <a:spcPts val="360"/>
                </a:spcBef>
                <a:spcAft>
                  <a:spcPts val="0"/>
                </a:spcAft>
                <a:buNone/>
              </a:pPr>
              <a:r>
                <a:t/>
              </a:r>
              <a:endParaRPr sz="1800">
                <a:latin typeface="Open Sans"/>
                <a:ea typeface="Open Sans"/>
                <a:cs typeface="Open Sans"/>
                <a:sym typeface="Open Sans"/>
              </a:endParaRPr>
            </a:p>
            <a:p>
              <a:pPr indent="-190500" lvl="1" marL="228600" marR="0" rtl="0" algn="l">
                <a:lnSpc>
                  <a:spcPct val="90000"/>
                </a:lnSpc>
                <a:spcBef>
                  <a:spcPts val="360"/>
                </a:spcBef>
                <a:spcAft>
                  <a:spcPts val="0"/>
                </a:spcAft>
                <a:buSzPts val="1800"/>
                <a:buFont typeface="Open Sans"/>
                <a:buChar char="▪"/>
              </a:pPr>
              <a:r>
                <a:rPr b="1" lang="en-US" sz="1800">
                  <a:latin typeface="Open Sans"/>
                  <a:ea typeface="Open Sans"/>
                  <a:cs typeface="Open Sans"/>
                  <a:sym typeface="Open Sans"/>
                </a:rPr>
                <a:t>Code-Switching Robustness Score: </a:t>
              </a:r>
              <a:r>
                <a:rPr lang="en-US" sz="1800">
                  <a:latin typeface="Open Sans"/>
                  <a:ea typeface="Open Sans"/>
                  <a:cs typeface="Open Sans"/>
                  <a:sym typeface="Open Sans"/>
                </a:rPr>
                <a:t>Measuring the drop in retrieval accuracy as the percentage of mixed-language tokens increases.</a:t>
              </a:r>
              <a:endParaRPr sz="1800">
                <a:latin typeface="Open Sans"/>
                <a:ea typeface="Open Sans"/>
                <a:cs typeface="Open Sans"/>
                <a:sym typeface="Open Sans"/>
              </a:endParaRPr>
            </a:p>
          </p:txBody>
        </p:sp>
      </p:grpSp>
      <p:sp>
        <p:nvSpPr>
          <p:cNvPr id="179" name="Google Shape;179;p18"/>
          <p:cNvSpPr txBox="1"/>
          <p:nvPr>
            <p:ph type="title"/>
          </p:nvPr>
        </p:nvSpPr>
        <p:spPr>
          <a:xfrm>
            <a:off x="1143000" y="401272"/>
            <a:ext cx="9906000" cy="10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Rockwell"/>
              <a:buNone/>
            </a:pPr>
            <a:r>
              <a:rPr lang="en-US" sz="4400"/>
              <a:t>Experiment Plan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9"/>
          <p:cNvSpPr txBox="1"/>
          <p:nvPr>
            <p:ph type="title"/>
          </p:nvPr>
        </p:nvSpPr>
        <p:spPr>
          <a:xfrm>
            <a:off x="1141413" y="618518"/>
            <a:ext cx="9906000" cy="147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4400"/>
              <a:t>Candidate Models</a:t>
            </a:r>
            <a:endParaRPr sz="4400"/>
          </a:p>
        </p:txBody>
      </p:sp>
      <p:sp>
        <p:nvSpPr>
          <p:cNvPr id="186" name="Google Shape;186;p19"/>
          <p:cNvSpPr txBox="1"/>
          <p:nvPr>
            <p:ph idx="1" type="body"/>
          </p:nvPr>
        </p:nvSpPr>
        <p:spPr>
          <a:xfrm>
            <a:off x="1141400" y="1966574"/>
            <a:ext cx="9906000" cy="3824700"/>
          </a:xfrm>
          <a:prstGeom prst="rect">
            <a:avLst/>
          </a:prstGeom>
        </p:spPr>
        <p:txBody>
          <a:bodyPr anchorCtr="0" anchor="t" bIns="45700" lIns="91425" spcFirstLastPara="1" rIns="91425" wrap="square" tIns="45700">
            <a:noAutofit/>
          </a:bodyPr>
          <a:lstStyle/>
          <a:p>
            <a:pPr indent="-190500" lvl="1" marL="228600" rtl="0" algn="l">
              <a:lnSpc>
                <a:spcPct val="115000"/>
              </a:lnSpc>
              <a:spcBef>
                <a:spcPts val="360"/>
              </a:spcBef>
              <a:spcAft>
                <a:spcPts val="0"/>
              </a:spcAft>
              <a:buClr>
                <a:schemeClr val="dk1"/>
              </a:buClr>
              <a:buSzPts val="1800"/>
              <a:buFont typeface="Open Sans"/>
              <a:buChar char="▪"/>
            </a:pPr>
            <a:r>
              <a:rPr b="1" lang="en-US" sz="1800"/>
              <a:t>Serengeti: </a:t>
            </a:r>
            <a:r>
              <a:rPr lang="en-US" sz="1800"/>
              <a:t>A massively multilingual model covering 517 African languages. We will use it as the primary text encoder to see if its broad linguistic base captures the nuances of the DRC mix.</a:t>
            </a:r>
            <a:endParaRPr sz="1800"/>
          </a:p>
          <a:p>
            <a:pPr indent="-190500" lvl="1" marL="228600" rtl="0" algn="l">
              <a:lnSpc>
                <a:spcPct val="115000"/>
              </a:lnSpc>
              <a:spcBef>
                <a:spcPts val="1000"/>
              </a:spcBef>
              <a:spcAft>
                <a:spcPts val="0"/>
              </a:spcAft>
              <a:buClr>
                <a:schemeClr val="dk1"/>
              </a:buClr>
              <a:buSzPts val="1800"/>
              <a:buFont typeface="Open Sans"/>
              <a:buChar char="▪"/>
            </a:pPr>
            <a:r>
              <a:rPr b="1" lang="en-US" sz="1800"/>
              <a:t>AfriBERTa: </a:t>
            </a:r>
            <a:r>
              <a:rPr lang="en-US" sz="1800"/>
              <a:t>A model specifically optimized for low-resource African languages. We will use this to generate text-to-text embeddings for our retrieval task.</a:t>
            </a:r>
            <a:endParaRPr sz="1800"/>
          </a:p>
          <a:p>
            <a:pPr indent="-190500" lvl="1" marL="228600" rtl="0" algn="l">
              <a:lnSpc>
                <a:spcPct val="115000"/>
              </a:lnSpc>
              <a:spcBef>
                <a:spcPts val="1000"/>
              </a:spcBef>
              <a:spcAft>
                <a:spcPts val="0"/>
              </a:spcAft>
              <a:buClr>
                <a:schemeClr val="dk1"/>
              </a:buClr>
              <a:buSzPts val="1800"/>
              <a:buFont typeface="Open Sans"/>
              <a:buChar char="▪"/>
            </a:pPr>
            <a:r>
              <a:rPr b="1" lang="en-US" sz="1800"/>
              <a:t>CLAP (Contrastive Language-Audio Pretraining): </a:t>
            </a:r>
            <a:r>
              <a:rPr lang="en-US" sz="1800"/>
              <a:t>We will fine-tune a CLAP-based architecture using Waxal NLP to align audio signals with text embeddings.</a:t>
            </a:r>
            <a:endParaRPr sz="1800"/>
          </a:p>
          <a:p>
            <a:pPr indent="-190500" lvl="1" marL="228600" rtl="0" algn="l">
              <a:lnSpc>
                <a:spcPct val="115000"/>
              </a:lnSpc>
              <a:spcBef>
                <a:spcPts val="1000"/>
              </a:spcBef>
              <a:spcAft>
                <a:spcPts val="0"/>
              </a:spcAft>
              <a:buClr>
                <a:schemeClr val="dk1"/>
              </a:buClr>
              <a:buSzPts val="1800"/>
              <a:buFont typeface="Open Sans"/>
              <a:buChar char="▪"/>
            </a:pPr>
            <a:r>
              <a:rPr b="1" lang="en-US" sz="1800"/>
              <a:t>CLASP (Contrastive Language-Speech Pretraining):</a:t>
            </a:r>
            <a:r>
              <a:rPr lang="en-US" sz="1800"/>
              <a:t> An alternative designed for audio-text information retrieval that often handles multilingual data more efficiently than traditional ASR.</a:t>
            </a:r>
            <a:endParaRPr sz="1800"/>
          </a:p>
          <a:p>
            <a:pPr indent="0" lvl="0" marL="0" rtl="0" algn="l">
              <a:spcBef>
                <a:spcPts val="10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0"/>
          <p:cNvSpPr txBox="1"/>
          <p:nvPr>
            <p:ph type="title"/>
          </p:nvPr>
        </p:nvSpPr>
        <p:spPr>
          <a:xfrm>
            <a:off x="1141413" y="618518"/>
            <a:ext cx="9906000" cy="147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Comparison With English-Swahili</a:t>
            </a:r>
            <a:endParaRPr/>
          </a:p>
        </p:txBody>
      </p:sp>
      <p:sp>
        <p:nvSpPr>
          <p:cNvPr id="193" name="Google Shape;193;p20"/>
          <p:cNvSpPr txBox="1"/>
          <p:nvPr>
            <p:ph idx="1" type="body"/>
          </p:nvPr>
        </p:nvSpPr>
        <p:spPr>
          <a:xfrm>
            <a:off x="1141400" y="2249475"/>
            <a:ext cx="6880200" cy="3541800"/>
          </a:xfrm>
          <a:prstGeom prst="rect">
            <a:avLst/>
          </a:prstGeom>
        </p:spPr>
        <p:txBody>
          <a:bodyPr anchorCtr="0" anchor="t" bIns="45700" lIns="91425" spcFirstLastPara="1" rIns="91425" wrap="square" tIns="45700">
            <a:normAutofit/>
          </a:bodyPr>
          <a:lstStyle/>
          <a:p>
            <a:pPr indent="-381000" lvl="0" marL="457200" rtl="0" algn="l">
              <a:lnSpc>
                <a:spcPct val="115000"/>
              </a:lnSpc>
              <a:spcBef>
                <a:spcPts val="1200"/>
              </a:spcBef>
              <a:spcAft>
                <a:spcPts val="0"/>
              </a:spcAft>
              <a:buClr>
                <a:srgbClr val="1F1F1F"/>
              </a:buClr>
              <a:buSzPts val="2400"/>
              <a:buFont typeface="Arial"/>
              <a:buChar char="●"/>
            </a:pPr>
            <a:r>
              <a:rPr lang="en-US" sz="2400">
                <a:solidFill>
                  <a:srgbClr val="1F1F1F"/>
                </a:solidFill>
                <a:highlight>
                  <a:srgbClr val="FFFFFF"/>
                </a:highlight>
                <a:latin typeface="Arial"/>
                <a:ea typeface="Arial"/>
                <a:cs typeface="Arial"/>
                <a:sym typeface="Arial"/>
              </a:rPr>
              <a:t>We are currently exploring existing literature on audio retrieval and sentiment analysis.</a:t>
            </a:r>
            <a:endParaRPr sz="2400">
              <a:solidFill>
                <a:srgbClr val="1F1F1F"/>
              </a:solidFill>
              <a:highlight>
                <a:srgbClr val="FFFFFF"/>
              </a:highlight>
              <a:latin typeface="Arial"/>
              <a:ea typeface="Arial"/>
              <a:cs typeface="Arial"/>
              <a:sym typeface="Arial"/>
            </a:endParaRPr>
          </a:p>
          <a:p>
            <a:pPr indent="-381000" lvl="0" marL="457200" rtl="0" algn="l">
              <a:lnSpc>
                <a:spcPct val="115000"/>
              </a:lnSpc>
              <a:spcBef>
                <a:spcPts val="0"/>
              </a:spcBef>
              <a:spcAft>
                <a:spcPts val="0"/>
              </a:spcAft>
              <a:buClr>
                <a:srgbClr val="1F1F1F"/>
              </a:buClr>
              <a:buSzPts val="2400"/>
              <a:buFont typeface="Arial"/>
              <a:buChar char="●"/>
            </a:pPr>
            <a:r>
              <a:rPr lang="en-US" sz="2400">
                <a:solidFill>
                  <a:srgbClr val="1F1F1F"/>
                </a:solidFill>
                <a:highlight>
                  <a:srgbClr val="FFFFFF"/>
                </a:highlight>
                <a:latin typeface="Arial"/>
                <a:ea typeface="Arial"/>
                <a:cs typeface="Arial"/>
                <a:sym typeface="Arial"/>
              </a:rPr>
              <a:t>We are currently exploring the availability of audio datasets.</a:t>
            </a:r>
            <a:endParaRPr sz="2400">
              <a:solidFill>
                <a:srgbClr val="1F1F1F"/>
              </a:solidFill>
              <a:highlight>
                <a:srgbClr val="FFFFFF"/>
              </a:highlight>
              <a:latin typeface="Arial"/>
              <a:ea typeface="Arial"/>
              <a:cs typeface="Arial"/>
              <a:sym typeface="Arial"/>
            </a:endParaRPr>
          </a:p>
          <a:p>
            <a:pPr indent="-381000" lvl="0" marL="457200" rtl="0" algn="l">
              <a:lnSpc>
                <a:spcPct val="115000"/>
              </a:lnSpc>
              <a:spcBef>
                <a:spcPts val="0"/>
              </a:spcBef>
              <a:spcAft>
                <a:spcPts val="0"/>
              </a:spcAft>
              <a:buClr>
                <a:srgbClr val="1F1F1F"/>
              </a:buClr>
              <a:buSzPts val="2400"/>
              <a:buFont typeface="Arial"/>
              <a:buChar char="●"/>
            </a:pPr>
            <a:r>
              <a:rPr lang="en-US" sz="2400">
                <a:solidFill>
                  <a:srgbClr val="1F1F1F"/>
                </a:solidFill>
                <a:highlight>
                  <a:srgbClr val="FFFFFF"/>
                </a:highlight>
                <a:latin typeface="Arial"/>
                <a:ea typeface="Arial"/>
                <a:cs typeface="Arial"/>
                <a:sym typeface="Arial"/>
              </a:rPr>
              <a:t>We can consider using English-Swahili for a language comparison.</a:t>
            </a:r>
            <a:endParaRPr sz="2400">
              <a:latin typeface="Arial"/>
              <a:ea typeface="Arial"/>
              <a:cs typeface="Arial"/>
              <a:sym typeface="Arial"/>
            </a:endParaRPr>
          </a:p>
        </p:txBody>
      </p:sp>
      <p:pic>
        <p:nvPicPr>
          <p:cNvPr id="194" name="Google Shape;194;p20"/>
          <p:cNvPicPr preferRelativeResize="0"/>
          <p:nvPr/>
        </p:nvPicPr>
        <p:blipFill rotWithShape="1">
          <a:blip r:embed="rId3">
            <a:alphaModFix/>
          </a:blip>
          <a:srcRect b="0" l="26042" r="27347" t="0"/>
          <a:stretch/>
        </p:blipFill>
        <p:spPr>
          <a:xfrm>
            <a:off x="7626625" y="1544200"/>
            <a:ext cx="4055801" cy="4067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1"/>
          <p:cNvSpPr txBox="1"/>
          <p:nvPr>
            <p:ph type="title"/>
          </p:nvPr>
        </p:nvSpPr>
        <p:spPr>
          <a:xfrm>
            <a:off x="457200" y="548925"/>
            <a:ext cx="3548100" cy="1093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Project Timeline</a:t>
            </a:r>
            <a:endParaRPr/>
          </a:p>
        </p:txBody>
      </p:sp>
      <p:sp>
        <p:nvSpPr>
          <p:cNvPr id="199" name="Google Shape;199;p21"/>
          <p:cNvSpPr txBox="1"/>
          <p:nvPr>
            <p:ph idx="1" type="body"/>
          </p:nvPr>
        </p:nvSpPr>
        <p:spPr>
          <a:xfrm>
            <a:off x="457200" y="1389001"/>
            <a:ext cx="3548100" cy="4521000"/>
          </a:xfrm>
          <a:prstGeom prst="rect">
            <a:avLst/>
          </a:prstGeom>
        </p:spPr>
        <p:txBody>
          <a:bodyPr anchorCtr="0" anchor="t" bIns="0" lIns="0" spcFirstLastPara="1" rIns="0" wrap="square" tIns="0">
            <a:noAutofit/>
          </a:bodyPr>
          <a:lstStyle/>
          <a:p>
            <a:pPr indent="0" lvl="0" marL="0" rtl="0" algn="l">
              <a:spcBef>
                <a:spcPts val="800"/>
              </a:spcBef>
              <a:spcAft>
                <a:spcPts val="0"/>
              </a:spcAft>
              <a:buSzPts val="852"/>
              <a:buNone/>
            </a:pPr>
            <a:r>
              <a:rPr lang="en-US" sz="1572"/>
              <a:t>To be able meet the end of semester requirement, </a:t>
            </a:r>
            <a:r>
              <a:rPr lang="en-US" sz="1572"/>
              <a:t>Six weeks are allocated for project progress tracking</a:t>
            </a:r>
            <a:r>
              <a:rPr lang="en-US" sz="1572"/>
              <a:t>.</a:t>
            </a:r>
            <a:endParaRPr sz="1572"/>
          </a:p>
          <a:p>
            <a:pPr indent="0" lvl="0" marL="0" rtl="0" algn="l">
              <a:spcBef>
                <a:spcPts val="800"/>
              </a:spcBef>
              <a:spcAft>
                <a:spcPts val="0"/>
              </a:spcAft>
              <a:buSzPts val="852"/>
              <a:buNone/>
            </a:pPr>
            <a:r>
              <a:t/>
            </a:r>
            <a:endParaRPr sz="1572"/>
          </a:p>
          <a:p>
            <a:pPr indent="-328453" lvl="0" marL="457200" rtl="0" algn="l">
              <a:spcBef>
                <a:spcPts val="800"/>
              </a:spcBef>
              <a:spcAft>
                <a:spcPts val="0"/>
              </a:spcAft>
              <a:buSzPts val="1573"/>
              <a:buChar char="●"/>
            </a:pPr>
            <a:r>
              <a:rPr lang="en-US" sz="1572"/>
              <a:t>The initial phase of the project is Exploratory Data Analysis.</a:t>
            </a:r>
            <a:endParaRPr sz="1572"/>
          </a:p>
          <a:p>
            <a:pPr indent="-328453" lvl="0" marL="457200" rtl="0" algn="l">
              <a:spcBef>
                <a:spcPts val="1000"/>
              </a:spcBef>
              <a:spcAft>
                <a:spcPts val="0"/>
              </a:spcAft>
              <a:buSzPts val="1573"/>
              <a:buChar char="●"/>
            </a:pPr>
            <a:r>
              <a:rPr lang="en-US" sz="1572"/>
              <a:t>Baseline experimentation follows the initial data analysis phase.</a:t>
            </a:r>
            <a:endParaRPr sz="1572"/>
          </a:p>
          <a:p>
            <a:pPr indent="-328453" lvl="0" marL="457200" rtl="0" algn="l">
              <a:spcBef>
                <a:spcPts val="1000"/>
              </a:spcBef>
              <a:spcAft>
                <a:spcPts val="0"/>
              </a:spcAft>
              <a:buSzPts val="1573"/>
              <a:buChar char="●"/>
            </a:pPr>
            <a:r>
              <a:rPr lang="en-US" sz="1572"/>
              <a:t>Data augmentation techniques are applied after baseline testing.</a:t>
            </a:r>
            <a:endParaRPr sz="1572"/>
          </a:p>
          <a:p>
            <a:pPr indent="-328453" lvl="0" marL="457200" rtl="0" algn="l">
              <a:spcBef>
                <a:spcPts val="1000"/>
              </a:spcBef>
              <a:spcAft>
                <a:spcPts val="1000"/>
              </a:spcAft>
              <a:buSzPts val="1573"/>
              <a:buChar char="●"/>
            </a:pPr>
            <a:r>
              <a:rPr lang="en-US" sz="1572"/>
              <a:t>Experiment tests and final analysis will conclude the project.</a:t>
            </a:r>
            <a:endParaRPr sz="1572"/>
          </a:p>
        </p:txBody>
      </p:sp>
      <p:pic>
        <p:nvPicPr>
          <p:cNvPr descr="Change the image it should reflect 6 weeks. and Should see EDA, Baseline, Data augmentation, ..." id="200" name="Google Shape;200;p21"/>
          <p:cNvPicPr preferRelativeResize="0"/>
          <p:nvPr/>
        </p:nvPicPr>
        <p:blipFill>
          <a:blip r:embed="rId3">
            <a:alphaModFix/>
          </a:blip>
          <a:stretch>
            <a:fillRect/>
          </a:stretch>
        </p:blipFill>
        <p:spPr>
          <a:xfrm>
            <a:off x="4154050" y="-91800"/>
            <a:ext cx="8037949" cy="6949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MU PPT Theme">
  <a:themeElements>
    <a:clrScheme name="Custom 1">
      <a:dk1>
        <a:srgbClr val="000000"/>
      </a:dk1>
      <a:lt1>
        <a:srgbClr val="FFFFFF"/>
      </a:lt1>
      <a:dk2>
        <a:srgbClr val="75787B"/>
      </a:dk2>
      <a:lt2>
        <a:srgbClr val="C8C9C7"/>
      </a:lt2>
      <a:accent1>
        <a:srgbClr val="BB0000"/>
      </a:accent1>
      <a:accent2>
        <a:srgbClr val="75787B"/>
      </a:accent2>
      <a:accent3>
        <a:srgbClr val="00833C"/>
      </a:accent3>
      <a:accent4>
        <a:srgbClr val="F2A900"/>
      </a:accent4>
      <a:accent5>
        <a:srgbClr val="002C71"/>
      </a:accent5>
      <a:accent6>
        <a:srgbClr val="C8C9C7"/>
      </a:accent6>
      <a:hlink>
        <a:srgbClr val="BB0000"/>
      </a:hlink>
      <a:folHlink>
        <a:srgbClr val="82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